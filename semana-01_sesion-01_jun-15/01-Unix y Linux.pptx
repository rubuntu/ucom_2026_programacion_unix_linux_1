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5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s-PY" sz="1800" b="0" strike="noStrike" spc="-1">
                <a:solidFill>
                  <a:srgbClr val="000000"/>
                </a:solidFill>
                <a:latin typeface="Calibri"/>
              </a:rPr>
              <a:t>Pulse para desplazar la diapositiva</a:t>
            </a:r>
          </a:p>
        </p:txBody>
      </p:sp>
      <p:sp>
        <p:nvSpPr>
          <p:cNvPr id="12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s-US" sz="2000" b="0" strike="noStrike" spc="-1">
                <a:latin typeface="Arial"/>
              </a:rPr>
              <a:t>Pulse para editar el formato de las notas</a:t>
            </a:r>
          </a:p>
        </p:txBody>
      </p:sp>
      <p:sp>
        <p:nvSpPr>
          <p:cNvPr id="126"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s-US" sz="1400" b="0" strike="noStrike" spc="-1">
                <a:latin typeface="Times New Roman"/>
              </a:rPr>
              <a:t>&lt;cabecera&gt;</a:t>
            </a:r>
          </a:p>
        </p:txBody>
      </p:sp>
      <p:sp>
        <p:nvSpPr>
          <p:cNvPr id="127" name="PlaceHolder 4"/>
          <p:cNvSpPr>
            <a:spLocks noGrp="1"/>
          </p:cNvSpPr>
          <p:nvPr>
            <p:ph type="dt" idx="10"/>
          </p:nvPr>
        </p:nvSpPr>
        <p:spPr>
          <a:xfrm>
            <a:off x="4399200" y="0"/>
            <a:ext cx="3372840" cy="502560"/>
          </a:xfrm>
          <a:prstGeom prst="rect">
            <a:avLst/>
          </a:prstGeom>
          <a:noFill/>
          <a:ln w="0">
            <a:noFill/>
          </a:ln>
        </p:spPr>
        <p:txBody>
          <a:bodyPr lIns="0" tIns="0" rIns="0" bIns="0" anchor="t">
            <a:noAutofit/>
          </a:bodyPr>
          <a:lstStyle>
            <a:lvl1pPr algn="r">
              <a:buNone/>
              <a:defRPr lang="es-US" sz="1400" b="0" strike="noStrike" spc="-1">
                <a:latin typeface="Times New Roman"/>
              </a:defRPr>
            </a:lvl1pPr>
          </a:lstStyle>
          <a:p>
            <a:pPr algn="r">
              <a:buNone/>
            </a:pPr>
            <a:r>
              <a:rPr lang="es-US" sz="1400" b="0" strike="noStrike" spc="-1">
                <a:latin typeface="Times New Roman"/>
              </a:rPr>
              <a:t>&lt;fecha/hora&gt;</a:t>
            </a:r>
          </a:p>
        </p:txBody>
      </p:sp>
      <p:sp>
        <p:nvSpPr>
          <p:cNvPr id="128" name="PlaceHolder 5"/>
          <p:cNvSpPr>
            <a:spLocks noGrp="1"/>
          </p:cNvSpPr>
          <p:nvPr>
            <p:ph type="ftr" idx="11"/>
          </p:nvPr>
        </p:nvSpPr>
        <p:spPr>
          <a:xfrm>
            <a:off x="0" y="9555480"/>
            <a:ext cx="3372840" cy="502560"/>
          </a:xfrm>
          <a:prstGeom prst="rect">
            <a:avLst/>
          </a:prstGeom>
          <a:noFill/>
          <a:ln w="0">
            <a:noFill/>
          </a:ln>
        </p:spPr>
        <p:txBody>
          <a:bodyPr lIns="0" tIns="0" rIns="0" bIns="0" anchor="b">
            <a:noAutofit/>
          </a:bodyPr>
          <a:lstStyle>
            <a:lvl1pPr>
              <a:defRPr lang="es-US" sz="1400" b="0" strike="noStrike" spc="-1">
                <a:latin typeface="Times New Roman"/>
              </a:defRPr>
            </a:lvl1pPr>
          </a:lstStyle>
          <a:p>
            <a:r>
              <a:rPr lang="es-US" sz="1400" b="0" strike="noStrike" spc="-1">
                <a:latin typeface="Times New Roman"/>
              </a:rPr>
              <a:t>&lt;pie de página&gt;</a:t>
            </a:r>
          </a:p>
        </p:txBody>
      </p:sp>
      <p:sp>
        <p:nvSpPr>
          <p:cNvPr id="129" name="PlaceHolder 6"/>
          <p:cNvSpPr>
            <a:spLocks noGrp="1"/>
          </p:cNvSpPr>
          <p:nvPr>
            <p:ph type="sldNum" idx="12"/>
          </p:nvPr>
        </p:nvSpPr>
        <p:spPr>
          <a:xfrm>
            <a:off x="4399200" y="9555480"/>
            <a:ext cx="3372840" cy="502560"/>
          </a:xfrm>
          <a:prstGeom prst="rect">
            <a:avLst/>
          </a:prstGeom>
          <a:noFill/>
          <a:ln w="0">
            <a:noFill/>
          </a:ln>
        </p:spPr>
        <p:txBody>
          <a:bodyPr lIns="0" tIns="0" rIns="0" bIns="0" anchor="b">
            <a:noAutofit/>
          </a:bodyPr>
          <a:lstStyle>
            <a:lvl1pPr algn="r">
              <a:buNone/>
              <a:defRPr lang="es-US" sz="1400" b="0" strike="noStrike" spc="-1">
                <a:latin typeface="Times New Roman"/>
              </a:defRPr>
            </a:lvl1pPr>
          </a:lstStyle>
          <a:p>
            <a:pPr algn="r">
              <a:buNone/>
            </a:pPr>
            <a:fld id="{F5B88CE2-29DE-4B5E-9E5B-219DAC300197}" type="slidenum">
              <a:rPr lang="es-US" sz="1400" b="0" strike="noStrike" spc="-1">
                <a:latin typeface="Times New Roman"/>
              </a:rPr>
              <a:t>‹Nº›</a:t>
            </a:fld>
            <a:endParaRPr lang="es-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noRot="1" noChangeAspect="1"/>
          </p:cNvSpPr>
          <p:nvPr>
            <p:ph type="sldImg"/>
          </p:nvPr>
        </p:nvSpPr>
        <p:spPr>
          <a:xfrm>
            <a:off x="685800" y="1143000"/>
            <a:ext cx="5486400" cy="308610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s-US" sz="2000" b="0" strike="noStrike" spc="-1">
              <a:latin typeface="Arial"/>
            </a:endParaRPr>
          </a:p>
        </p:txBody>
      </p:sp>
      <p:sp>
        <p:nvSpPr>
          <p:cNvPr id="286"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7F1156C5-7681-466C-9A78-D1E0B413620C}" type="slidenum">
              <a:rPr lang="en-US" sz="1200" b="0" strike="noStrike" spc="-1">
                <a:latin typeface="Times New Roman"/>
              </a:rPr>
              <a:t>2</a:t>
            </a:fld>
            <a:endParaRPr lang="es-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noRot="1" noChangeAspect="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r>
              <a:rPr lang="es-ES" sz="2000" b="0" strike="noStrike" spc="-1">
                <a:latin typeface="Arial"/>
              </a:rPr>
              <a:t>Una </a:t>
            </a:r>
            <a:r>
              <a:rPr lang="es-ES" sz="2000" b="1" strike="noStrike" spc="-1">
                <a:latin typeface="Arial"/>
              </a:rPr>
              <a:t>distribución Linux</a:t>
            </a:r>
            <a:r>
              <a:rPr lang="es-ES" sz="2000" b="0" strike="noStrike" spc="-1">
                <a:latin typeface="Arial"/>
              </a:rPr>
              <a:t> (coloquialmente llamada </a:t>
            </a:r>
            <a:r>
              <a:rPr lang="es-ES" sz="2000" b="1" strike="noStrike" spc="-1">
                <a:latin typeface="Arial"/>
              </a:rPr>
              <a:t>distro</a:t>
            </a:r>
            <a:r>
              <a:rPr lang="es-ES" sz="2000" b="0" strike="noStrike" spc="-1">
                <a:latin typeface="Arial"/>
              </a:rPr>
              <a:t>) es </a:t>
            </a:r>
            <a:r>
              <a:rPr lang="es-ES" sz="2000" b="0" strike="noStrike" spc="-1">
                <a:solidFill>
                  <a:srgbClr val="000000"/>
                </a:solidFill>
                <a:latin typeface="Arial"/>
              </a:rPr>
              <a:t>una distribución de software basada </a:t>
            </a:r>
            <a:r>
              <a:rPr lang="es-ES" sz="2000" b="0" strike="noStrike" spc="-1">
                <a:latin typeface="Arial"/>
              </a:rPr>
              <a:t>en el nucleo Linux que incluye determinados paquetes de software para satisfacer las necesidades de un grupo específico de usuarios, dando así origen a ediciones domésticas, empresariales y para servidores. Por lo general están compuestas, total o mayoritariamente, de software libre, aunque a menudo incorporan aplicaciones o controladores propietarios. </a:t>
            </a:r>
            <a:endParaRPr lang="es-US" sz="2000" b="0" strike="noStrike" spc="-1">
              <a:latin typeface="Arial"/>
            </a:endParaRPr>
          </a:p>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289"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5A3BEC10-85B6-43E2-A098-615DBEC38116}" type="slidenum">
              <a:rPr lang="en-US" sz="1200" b="0" strike="noStrike" spc="-1">
                <a:latin typeface="Times New Roman"/>
              </a:rPr>
              <a:t>14</a:t>
            </a:fld>
            <a:endParaRPr lang="es-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noRot="1" noChangeAspect="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292"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46B3B25E-0A6C-4E2E-B98D-B70F25E977D6}" type="slidenum">
              <a:rPr lang="en-US" sz="1200" b="0" strike="noStrike" spc="-1">
                <a:latin typeface="Times New Roman"/>
              </a:rPr>
              <a:t>15</a:t>
            </a:fld>
            <a:endParaRPr lang="es-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noRot="1" noChangeAspect="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295"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2B3C5580-A470-4536-97D3-5E122133F053}" type="slidenum">
              <a:rPr lang="en-US" sz="1200" b="0" strike="noStrike" spc="-1">
                <a:latin typeface="Times New Roman"/>
              </a:rPr>
              <a:t>16</a:t>
            </a:fld>
            <a:endParaRPr lang="es-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noRot="1" noChangeAspect="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298"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523A554A-95A1-4269-B308-7A7404CFCDCC}" type="slidenum">
              <a:rPr lang="en-US" sz="1200" b="0" strike="noStrike" spc="-1">
                <a:latin typeface="Times New Roman"/>
              </a:rPr>
              <a:t>17</a:t>
            </a:fld>
            <a:endParaRPr lang="es-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01"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151D7CE3-2B3F-4350-85F4-372C81FFCFBB}" type="slidenum">
              <a:rPr lang="en-US" sz="1200" b="0" strike="noStrike" spc="-1">
                <a:latin typeface="Times New Roman"/>
              </a:rPr>
              <a:t>18</a:t>
            </a:fld>
            <a:endParaRPr lang="es-US"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04"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4983AA5A-796A-44EE-80E3-5F4AEC494BBC}" type="slidenum">
              <a:rPr lang="en-US" sz="1200" b="0" strike="noStrike" spc="-1">
                <a:latin typeface="Times New Roman"/>
              </a:rPr>
              <a:t>19</a:t>
            </a:fld>
            <a:endParaRPr lang="es-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noRot="1" noChangeAspect="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07"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2E768DAC-1E91-4E57-912A-C2FE9B404733}" type="slidenum">
              <a:rPr lang="en-US" sz="1200" b="0" strike="noStrike" spc="-1">
                <a:latin typeface="Times New Roman"/>
              </a:rPr>
              <a:t>20</a:t>
            </a:fld>
            <a:endParaRPr lang="es-US"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PlaceHolder 1"/>
          <p:cNvSpPr>
            <a:spLocks noGrp="1" noRot="1" noChangeAspect="1"/>
          </p:cNvSpPr>
          <p:nvPr>
            <p:ph type="sldImg"/>
          </p:nvPr>
        </p:nvSpPr>
        <p:spPr>
          <a:xfrm>
            <a:off x="685800" y="1143000"/>
            <a:ext cx="5486040" cy="3085920"/>
          </a:xfrm>
          <a:prstGeom prst="rect">
            <a:avLst/>
          </a:prstGeom>
          <a:ln w="0">
            <a:noFill/>
          </a:ln>
        </p:spPr>
      </p:sp>
      <p:sp>
        <p:nvSpPr>
          <p:cNvPr id="309"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10"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EA868B92-6E22-46FC-A7BD-A327F5C7B0A8}" type="slidenum">
              <a:rPr lang="en-US" sz="1200" b="0" strike="noStrike" spc="-1">
                <a:latin typeface="Times New Roman"/>
              </a:rPr>
              <a:t>21</a:t>
            </a:fld>
            <a:endParaRPr lang="es-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noRot="1" noChangeAspect="1"/>
          </p:cNvSpPr>
          <p:nvPr>
            <p:ph type="sldImg"/>
          </p:nvPr>
        </p:nvSpPr>
        <p:spPr>
          <a:xfrm>
            <a:off x="685800" y="1143000"/>
            <a:ext cx="5486040" cy="3085920"/>
          </a:xfrm>
          <a:prstGeom prst="rect">
            <a:avLst/>
          </a:prstGeom>
          <a:ln w="0">
            <a:noFill/>
          </a:ln>
        </p:spPr>
      </p:sp>
      <p:sp>
        <p:nvSpPr>
          <p:cNvPr id="312"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13"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BF66D95C-1009-43DC-86EC-17094554B66F}" type="slidenum">
              <a:rPr lang="en-US" sz="1200" b="0" strike="noStrike" spc="-1">
                <a:latin typeface="Times New Roman"/>
              </a:rPr>
              <a:t>22</a:t>
            </a:fld>
            <a:endParaRPr lang="es-U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685800" y="1143000"/>
            <a:ext cx="5486040" cy="308592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16"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C94CE295-B294-4447-A134-318FA26F6ECD}" type="slidenum">
              <a:rPr lang="en-US" sz="1200" b="0" strike="noStrike" spc="-1">
                <a:latin typeface="Times New Roman"/>
              </a:rPr>
              <a:t>23</a:t>
            </a:fld>
            <a:endParaRPr lang="es-US"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noRot="1" noChangeAspect="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19"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ABF944D5-239A-485D-92F6-423507C62946}" type="slidenum">
              <a:rPr lang="en-US" sz="1200" b="0" strike="noStrike" spc="-1">
                <a:latin typeface="Times New Roman"/>
              </a:rPr>
              <a:t>24</a:t>
            </a:fld>
            <a:endParaRPr lang="es-US" sz="1200" b="0" strike="noStrike" spc="-1">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noRot="1" noChangeAspect="1"/>
          </p:cNvSpPr>
          <p:nvPr>
            <p:ph type="sldImg"/>
          </p:nvPr>
        </p:nvSpPr>
        <p:spPr>
          <a:xfrm>
            <a:off x="685800" y="1143000"/>
            <a:ext cx="5486400" cy="308610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22"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653631CB-F51B-41C2-B867-E50E919DA25D}" type="slidenum">
              <a:rPr lang="en-US" sz="1200" b="0" strike="noStrike" spc="-1">
                <a:latin typeface="Times New Roman"/>
              </a:rPr>
              <a:t>25</a:t>
            </a:fld>
            <a:endParaRPr lang="es-US" sz="1200" b="0" strike="noStrike" spc="-1">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noRot="1" noChangeAspect="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25" name="PlaceHolder 3"/>
          <p:cNvSpPr>
            <a:spLocks noGrp="1"/>
          </p:cNvSpPr>
          <p:nvPr>
            <p:ph type="sldNum" idx="26"/>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AB2BF966-3E57-4ED2-BC1B-F6CB6B2506CA}" type="slidenum">
              <a:rPr lang="en-US" sz="1200" b="0" strike="noStrike" spc="-1">
                <a:latin typeface="Times New Roman"/>
              </a:rPr>
              <a:t>26</a:t>
            </a:fld>
            <a:endParaRPr lang="es-US" sz="1200" b="0" strike="noStrike" spc="-1">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laceHolder 1"/>
          <p:cNvSpPr>
            <a:spLocks noGrp="1" noRot="1" noChangeAspect="1"/>
          </p:cNvSpPr>
          <p:nvPr>
            <p:ph type="sldImg"/>
          </p:nvPr>
        </p:nvSpPr>
        <p:spPr>
          <a:xfrm>
            <a:off x="685800" y="1143000"/>
            <a:ext cx="5486400" cy="308610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28" name="PlaceHolder 3"/>
          <p:cNvSpPr>
            <a:spLocks noGrp="1"/>
          </p:cNvSpPr>
          <p:nvPr>
            <p:ph type="sldNum" idx="27"/>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391A86A6-D6F7-4074-8746-5A27A7F6A496}" type="slidenum">
              <a:rPr lang="en-US" sz="1200" b="0" strike="noStrike" spc="-1">
                <a:latin typeface="Times New Roman"/>
              </a:rPr>
              <a:t>27</a:t>
            </a:fld>
            <a:endParaRPr lang="es-US" sz="1200" b="0" strike="noStrike" spc="-1">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noRot="1" noChangeAspect="1"/>
          </p:cNvSpPr>
          <p:nvPr>
            <p:ph type="sldImg"/>
          </p:nvPr>
        </p:nvSpPr>
        <p:spPr>
          <a:xfrm>
            <a:off x="685800" y="1143000"/>
            <a:ext cx="5486400" cy="308610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31" name="PlaceHolder 3"/>
          <p:cNvSpPr>
            <a:spLocks noGrp="1"/>
          </p:cNvSpPr>
          <p:nvPr>
            <p:ph type="sldNum" idx="28"/>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C9A1E102-15D1-46F2-AF83-D0A60BE509A4}" type="slidenum">
              <a:rPr lang="en-US" sz="1200" b="0" strike="noStrike" spc="-1">
                <a:latin typeface="Times New Roman"/>
              </a:rPr>
              <a:t>28</a:t>
            </a:fld>
            <a:endParaRPr lang="es-US" sz="1200" b="0" strike="noStrike" spc="-1">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685800" y="1143000"/>
            <a:ext cx="5486400" cy="308610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34" name="PlaceHolder 3"/>
          <p:cNvSpPr>
            <a:spLocks noGrp="1"/>
          </p:cNvSpPr>
          <p:nvPr>
            <p:ph type="sldNum" idx="29"/>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BAEE5480-9615-4FC0-9F31-E675213FAC65}" type="slidenum">
              <a:rPr lang="en-US" sz="1200" b="0" strike="noStrike" spc="-1">
                <a:latin typeface="Times New Roman"/>
              </a:rPr>
              <a:t>29</a:t>
            </a:fld>
            <a:endParaRPr lang="es-US" sz="1200" b="0" strike="noStrike" spc="-1">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37" name="PlaceHolder 3"/>
          <p:cNvSpPr>
            <a:spLocks noGrp="1"/>
          </p:cNvSpPr>
          <p:nvPr>
            <p:ph type="sldNum" idx="3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56846450-1DEB-4F60-B0F6-7E4437A6207E}" type="slidenum">
              <a:rPr lang="en-US" sz="1200" b="0" strike="noStrike" spc="-1">
                <a:latin typeface="Times New Roman"/>
              </a:rPr>
              <a:t>30</a:t>
            </a:fld>
            <a:endParaRPr lang="es-US" sz="1200" b="0" strike="noStrike" spc="-1">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685800" y="1143000"/>
            <a:ext cx="5486400" cy="308610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40"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5D552547-404E-4A49-97B2-3FDD791C1B4D}" type="slidenum">
              <a:rPr lang="en-US" sz="1200" b="0" strike="noStrike" spc="-1">
                <a:latin typeface="Times New Roman"/>
              </a:rPr>
              <a:t>31</a:t>
            </a:fld>
            <a:endParaRPr lang="es-US" sz="1200" b="0" strike="noStrike" spc="-1">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43"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B33D8922-F9EE-4B65-86A7-D5A1B476E3FE}" type="slidenum">
              <a:rPr lang="en-US" sz="1200" b="0" strike="noStrike" spc="-1">
                <a:latin typeface="Times New Roman"/>
              </a:rPr>
              <a:t>32</a:t>
            </a:fld>
            <a:endParaRPr lang="es-US" sz="1200" b="0" strike="noStrike" spc="-1">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noRot="1" noChangeAspect="1"/>
          </p:cNvSpPr>
          <p:nvPr>
            <p:ph type="sldImg"/>
          </p:nvPr>
        </p:nvSpPr>
        <p:spPr>
          <a:xfrm>
            <a:off x="685800" y="1143000"/>
            <a:ext cx="5486400" cy="308610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46"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CFA35CDF-5696-4780-8E01-4B12B8ECF7BB}" type="slidenum">
              <a:rPr lang="en-US" sz="1200" b="0" strike="noStrike" spc="-1">
                <a:latin typeface="Times New Roman"/>
              </a:rPr>
              <a:t>33</a:t>
            </a:fld>
            <a:endParaRPr lang="es-US" sz="1200" b="0" strike="noStrike" spc="-1">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noRot="1" noChangeAspect="1"/>
          </p:cNvSpPr>
          <p:nvPr>
            <p:ph type="sldImg"/>
          </p:nvPr>
        </p:nvSpPr>
        <p:spPr>
          <a:xfrm>
            <a:off x="685800" y="1143000"/>
            <a:ext cx="5486400" cy="308610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49"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FBC03BB7-C4F4-499F-BA0A-E6329322A4FC}" type="slidenum">
              <a:rPr lang="en-US" sz="1200" b="0" strike="noStrike" spc="-1">
                <a:latin typeface="Times New Roman"/>
              </a:rPr>
              <a:t>34</a:t>
            </a:fld>
            <a:endParaRPr lang="es-US" sz="1200" b="0" strike="noStrike" spc="-1">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noRot="1" noChangeAspect="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52"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D2544334-1572-4E88-AD66-03C37F7B7B10}" type="slidenum">
              <a:rPr lang="en-US" sz="1200" b="0" strike="noStrike" spc="-1">
                <a:latin typeface="Times New Roman"/>
              </a:rPr>
              <a:t>35</a:t>
            </a:fld>
            <a:endParaRPr lang="es-US" sz="1200" b="0" strike="noStrike" spc="-1">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noRot="1" noChangeAspect="1"/>
          </p:cNvSpPr>
          <p:nvPr>
            <p:ph type="sldImg"/>
          </p:nvPr>
        </p:nvSpPr>
        <p:spPr>
          <a:xfrm>
            <a:off x="685800" y="1143000"/>
            <a:ext cx="5486400" cy="308610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55" name="PlaceHolder 3"/>
          <p:cNvSpPr>
            <a:spLocks noGrp="1"/>
          </p:cNvSpPr>
          <p:nvPr>
            <p:ph type="sldNum" idx="36"/>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0B7D039D-85B8-46CD-AB3C-BE1B5D5EEAD4}" type="slidenum">
              <a:rPr lang="en-US" sz="1200" b="0" strike="noStrike" spc="-1">
                <a:latin typeface="Times New Roman"/>
              </a:rPr>
              <a:t>36</a:t>
            </a:fld>
            <a:endParaRPr lang="es-US" sz="1200" b="0" strike="noStrike" spc="-1">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noRot="1" noChangeAspect="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58" name="PlaceHolder 3"/>
          <p:cNvSpPr>
            <a:spLocks noGrp="1"/>
          </p:cNvSpPr>
          <p:nvPr>
            <p:ph type="sldNum" idx="37"/>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6FA06664-6B0D-4655-8FFD-AEB54D47B692}" type="slidenum">
              <a:rPr lang="en-US" sz="1200" b="0" strike="noStrike" spc="-1">
                <a:latin typeface="Times New Roman"/>
              </a:rPr>
              <a:t>37</a:t>
            </a:fld>
            <a:endParaRPr lang="es-US" sz="1200" b="0" strike="noStrike" spc="-1">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noRot="1" noChangeAspect="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61" name="PlaceHolder 3"/>
          <p:cNvSpPr>
            <a:spLocks noGrp="1"/>
          </p:cNvSpPr>
          <p:nvPr>
            <p:ph type="sldNum" idx="38"/>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BFF87F02-DC07-4659-8C14-CCDD642EBB9E}" type="slidenum">
              <a:rPr lang="en-US" sz="1200" b="0" strike="noStrike" spc="-1">
                <a:latin typeface="Times New Roman"/>
              </a:rPr>
              <a:t>38</a:t>
            </a:fld>
            <a:endParaRPr lang="es-US" sz="1200" b="0" strike="noStrike" spc="-1">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laceHolder 1"/>
          <p:cNvSpPr>
            <a:spLocks noGrp="1" noRot="1" noChangeAspect="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64" name="PlaceHolder 3"/>
          <p:cNvSpPr>
            <a:spLocks noGrp="1"/>
          </p:cNvSpPr>
          <p:nvPr>
            <p:ph type="sldNum" idx="39"/>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931F0DDA-1E90-477B-95A6-2678F4233395}" type="slidenum">
              <a:rPr lang="en-US" sz="1200" b="0" strike="noStrike" spc="-1">
                <a:latin typeface="Times New Roman"/>
              </a:rPr>
              <a:t>39</a:t>
            </a:fld>
            <a:endParaRPr lang="es-US" sz="1200" b="0" strike="noStrike" spc="-1">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noRot="1" noChangeAspect="1"/>
          </p:cNvSpPr>
          <p:nvPr>
            <p:ph type="sldImg"/>
          </p:nvPr>
        </p:nvSpPr>
        <p:spPr>
          <a:xfrm>
            <a:off x="685800" y="1143000"/>
            <a:ext cx="5486400" cy="3086100"/>
          </a:xfrm>
          <a:prstGeom prst="rect">
            <a:avLst/>
          </a:prstGeom>
          <a:ln w="0">
            <a:noFill/>
          </a:ln>
        </p:spPr>
      </p:sp>
      <p:sp>
        <p:nvSpPr>
          <p:cNvPr id="366"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67" name="PlaceHolder 3"/>
          <p:cNvSpPr>
            <a:spLocks noGrp="1"/>
          </p:cNvSpPr>
          <p:nvPr>
            <p:ph type="sldNum" idx="4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A525206A-036A-468F-82AE-0433E8D6432F}" type="slidenum">
              <a:rPr lang="en-US" sz="1200" b="0" strike="noStrike" spc="-1">
                <a:latin typeface="Times New Roman"/>
              </a:rPr>
              <a:t>40</a:t>
            </a:fld>
            <a:endParaRPr lang="es-US" sz="1200" b="0" strike="noStrike" spc="-1">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noRot="1" noChangeAspect="1"/>
          </p:cNvSpPr>
          <p:nvPr>
            <p:ph type="sldImg"/>
          </p:nvPr>
        </p:nvSpPr>
        <p:spPr>
          <a:xfrm>
            <a:off x="685800" y="1143000"/>
            <a:ext cx="5486040" cy="3085920"/>
          </a:xfrm>
          <a:prstGeom prst="rect">
            <a:avLst/>
          </a:prstGeom>
          <a:ln w="0">
            <a:noFill/>
          </a:ln>
        </p:spPr>
      </p:sp>
      <p:sp>
        <p:nvSpPr>
          <p:cNvPr id="369"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70" name="PlaceHolder 3"/>
          <p:cNvSpPr>
            <a:spLocks noGrp="1"/>
          </p:cNvSpPr>
          <p:nvPr>
            <p:ph type="sldNum" idx="41"/>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8977B68D-EE18-4ABA-81EF-E814E29D7702}" type="slidenum">
              <a:rPr lang="en-US" sz="1200" b="0" strike="noStrike" spc="-1">
                <a:latin typeface="Times New Roman"/>
              </a:rPr>
              <a:t>41</a:t>
            </a:fld>
            <a:endParaRPr lang="es-US" sz="1200" b="0" strike="noStrike" spc="-1">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PlaceHolder 1"/>
          <p:cNvSpPr>
            <a:spLocks noGrp="1" noRot="1" noChangeAspect="1"/>
          </p:cNvSpPr>
          <p:nvPr>
            <p:ph type="sldImg"/>
          </p:nvPr>
        </p:nvSpPr>
        <p:spPr>
          <a:xfrm>
            <a:off x="685800" y="1143000"/>
            <a:ext cx="5486040" cy="3085920"/>
          </a:xfrm>
          <a:prstGeom prst="rect">
            <a:avLst/>
          </a:prstGeom>
          <a:ln w="0">
            <a:noFill/>
          </a:ln>
        </p:spPr>
      </p:sp>
      <p:sp>
        <p:nvSpPr>
          <p:cNvPr id="372"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73" name="PlaceHolder 3"/>
          <p:cNvSpPr>
            <a:spLocks noGrp="1"/>
          </p:cNvSpPr>
          <p:nvPr>
            <p:ph type="sldNum" idx="42"/>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0BAB0C77-0324-4B2C-BA05-D7518854CB48}" type="slidenum">
              <a:rPr lang="en-US" sz="1200" b="0" strike="noStrike" spc="-1">
                <a:latin typeface="Times New Roman"/>
              </a:rPr>
              <a:t>42</a:t>
            </a:fld>
            <a:endParaRPr lang="es-US" sz="1200" b="0" strike="noStrike" spc="-1">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PlaceHolder 1"/>
          <p:cNvSpPr>
            <a:spLocks noGrp="1" noRot="1" noChangeAspect="1"/>
          </p:cNvSpPr>
          <p:nvPr>
            <p:ph type="sldImg"/>
          </p:nvPr>
        </p:nvSpPr>
        <p:spPr>
          <a:xfrm>
            <a:off x="685800" y="1143000"/>
            <a:ext cx="5486400" cy="3086100"/>
          </a:xfrm>
          <a:prstGeom prst="rect">
            <a:avLst/>
          </a:prstGeom>
          <a:ln w="0">
            <a:noFill/>
          </a:ln>
        </p:spPr>
      </p:sp>
      <p:sp>
        <p:nvSpPr>
          <p:cNvPr id="375"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76" name="PlaceHolder 3"/>
          <p:cNvSpPr>
            <a:spLocks noGrp="1"/>
          </p:cNvSpPr>
          <p:nvPr>
            <p:ph type="sldNum" idx="43"/>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8934B4F6-E97B-473E-BEC2-9A36B13CD123}" type="slidenum">
              <a:rPr lang="en-US" sz="1200" b="0" strike="noStrike" spc="-1">
                <a:latin typeface="Times New Roman"/>
              </a:rPr>
              <a:t>43</a:t>
            </a:fld>
            <a:endParaRPr lang="es-US" sz="1200" b="0" strike="noStrike" spc="-1">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PlaceHolder 1"/>
          <p:cNvSpPr>
            <a:spLocks noGrp="1" noRot="1" noChangeAspect="1"/>
          </p:cNvSpPr>
          <p:nvPr>
            <p:ph type="sldImg"/>
          </p:nvPr>
        </p:nvSpPr>
        <p:spPr>
          <a:xfrm>
            <a:off x="685800" y="1143000"/>
            <a:ext cx="5486040" cy="3085920"/>
          </a:xfrm>
          <a:prstGeom prst="rect">
            <a:avLst/>
          </a:prstGeom>
          <a:ln w="0">
            <a:noFill/>
          </a:ln>
        </p:spPr>
      </p:sp>
      <p:sp>
        <p:nvSpPr>
          <p:cNvPr id="37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79" name="PlaceHolder 3"/>
          <p:cNvSpPr>
            <a:spLocks noGrp="1"/>
          </p:cNvSpPr>
          <p:nvPr>
            <p:ph type="sldNum" idx="44"/>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79DC6D09-7757-445E-8ED5-51F6612A19A8}" type="slidenum">
              <a:rPr lang="en-US" sz="1200" b="0" strike="noStrike" spc="-1">
                <a:latin typeface="Times New Roman"/>
              </a:rPr>
              <a:t>44</a:t>
            </a:fld>
            <a:endParaRPr lang="es-US" sz="1200" b="0" strike="noStrike" spc="-1">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685800" y="1143000"/>
            <a:ext cx="5486040" cy="3085920"/>
          </a:xfrm>
          <a:prstGeom prst="rect">
            <a:avLst/>
          </a:prstGeom>
          <a:ln w="0">
            <a:noFill/>
          </a:ln>
        </p:spPr>
      </p:sp>
      <p:sp>
        <p:nvSpPr>
          <p:cNvPr id="381"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82" name="PlaceHolder 3"/>
          <p:cNvSpPr>
            <a:spLocks noGrp="1"/>
          </p:cNvSpPr>
          <p:nvPr>
            <p:ph type="sldNum" idx="45"/>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741D4041-9F7E-4EDB-BFDE-098988491A11}" type="slidenum">
              <a:rPr lang="en-US" sz="1200" b="0" strike="noStrike" spc="-1">
                <a:latin typeface="Times New Roman"/>
              </a:rPr>
              <a:t>45</a:t>
            </a:fld>
            <a:endParaRPr lang="es-US" sz="1200" b="0" strike="noStrike" spc="-1">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noRot="1" noChangeAspect="1"/>
          </p:cNvSpPr>
          <p:nvPr>
            <p:ph type="sldImg"/>
          </p:nvPr>
        </p:nvSpPr>
        <p:spPr>
          <a:xfrm>
            <a:off x="685800" y="1143000"/>
            <a:ext cx="5486400" cy="3086100"/>
          </a:xfrm>
          <a:prstGeom prst="rect">
            <a:avLst/>
          </a:prstGeom>
          <a:ln w="0">
            <a:noFill/>
          </a:ln>
        </p:spPr>
      </p:sp>
      <p:sp>
        <p:nvSpPr>
          <p:cNvPr id="384"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85" name="PlaceHolder 3"/>
          <p:cNvSpPr>
            <a:spLocks noGrp="1"/>
          </p:cNvSpPr>
          <p:nvPr>
            <p:ph type="sldNum" idx="46"/>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3808C6BF-6F01-4955-87E9-5FC2AF25CC31}" type="slidenum">
              <a:rPr lang="en-US" sz="1200" b="0" strike="noStrike" spc="-1">
                <a:latin typeface="Times New Roman"/>
              </a:rPr>
              <a:t>46</a:t>
            </a:fld>
            <a:endParaRPr lang="es-US" sz="1200" b="0" strike="noStrike" spc="-1">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PlaceHolder 1"/>
          <p:cNvSpPr>
            <a:spLocks noGrp="1" noRot="1" noChangeAspect="1"/>
          </p:cNvSpPr>
          <p:nvPr>
            <p:ph type="sldImg"/>
          </p:nvPr>
        </p:nvSpPr>
        <p:spPr>
          <a:xfrm>
            <a:off x="685800" y="1143000"/>
            <a:ext cx="5486040" cy="3085920"/>
          </a:xfrm>
          <a:prstGeom prst="rect">
            <a:avLst/>
          </a:prstGeom>
          <a:ln w="0">
            <a:noFill/>
          </a:ln>
        </p:spPr>
      </p:sp>
      <p:sp>
        <p:nvSpPr>
          <p:cNvPr id="387"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88" name="PlaceHolder 3"/>
          <p:cNvSpPr>
            <a:spLocks noGrp="1"/>
          </p:cNvSpPr>
          <p:nvPr>
            <p:ph type="sldNum" idx="47"/>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3E71F4A4-5001-4358-B0BB-70FF79F6C24B}" type="slidenum">
              <a:rPr lang="en-US" sz="1200" b="0" strike="noStrike" spc="-1">
                <a:latin typeface="Times New Roman"/>
              </a:rPr>
              <a:t>47</a:t>
            </a:fld>
            <a:endParaRPr lang="es-US" sz="1200" b="0" strike="noStrike" spc="-1">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laceHolder 1"/>
          <p:cNvSpPr>
            <a:spLocks noGrp="1" noRot="1" noChangeAspect="1"/>
          </p:cNvSpPr>
          <p:nvPr>
            <p:ph type="sldImg"/>
          </p:nvPr>
        </p:nvSpPr>
        <p:spPr>
          <a:xfrm>
            <a:off x="685800" y="1143000"/>
            <a:ext cx="5486040" cy="3085920"/>
          </a:xfrm>
          <a:prstGeom prst="rect">
            <a:avLst/>
          </a:prstGeom>
          <a:ln w="0">
            <a:noFill/>
          </a:ln>
        </p:spPr>
      </p:sp>
      <p:sp>
        <p:nvSpPr>
          <p:cNvPr id="390"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91" name="PlaceHolder 3"/>
          <p:cNvSpPr>
            <a:spLocks noGrp="1"/>
          </p:cNvSpPr>
          <p:nvPr>
            <p:ph type="sldNum" idx="48"/>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12A79BA5-7833-42A9-A9B7-57F90B0D4604}" type="slidenum">
              <a:rPr lang="en-US" sz="1200" b="0" strike="noStrike" spc="-1">
                <a:latin typeface="Times New Roman"/>
              </a:rPr>
              <a:t>48</a:t>
            </a:fld>
            <a:endParaRPr lang="es-US" sz="1200" b="0" strike="noStrike" spc="-1">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PlaceHolder 1"/>
          <p:cNvSpPr>
            <a:spLocks noGrp="1" noRot="1" noChangeAspect="1"/>
          </p:cNvSpPr>
          <p:nvPr>
            <p:ph type="sldImg"/>
          </p:nvPr>
        </p:nvSpPr>
        <p:spPr>
          <a:xfrm>
            <a:off x="685800" y="1143000"/>
            <a:ext cx="5486400" cy="3086100"/>
          </a:xfrm>
          <a:prstGeom prst="rect">
            <a:avLst/>
          </a:prstGeom>
          <a:ln w="0">
            <a:noFill/>
          </a:ln>
        </p:spPr>
      </p:sp>
      <p:sp>
        <p:nvSpPr>
          <p:cNvPr id="393"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94" name="PlaceHolder 3"/>
          <p:cNvSpPr>
            <a:spLocks noGrp="1"/>
          </p:cNvSpPr>
          <p:nvPr>
            <p:ph type="sldNum" idx="49"/>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43880BDD-C221-423F-AD3A-1BA889F0CED8}" type="slidenum">
              <a:rPr lang="en-US" sz="1200" b="0" strike="noStrike" spc="-1">
                <a:latin typeface="Times New Roman"/>
              </a:rPr>
              <a:t>49</a:t>
            </a:fld>
            <a:endParaRPr lang="es-US" sz="1200" b="0" strike="noStrike" spc="-1">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laceHolder 1"/>
          <p:cNvSpPr>
            <a:spLocks noGrp="1" noRot="1" noChangeAspect="1"/>
          </p:cNvSpPr>
          <p:nvPr>
            <p:ph type="sldImg"/>
          </p:nvPr>
        </p:nvSpPr>
        <p:spPr>
          <a:xfrm>
            <a:off x="685800" y="1143000"/>
            <a:ext cx="5486400" cy="3086100"/>
          </a:xfrm>
          <a:prstGeom prst="rect">
            <a:avLst/>
          </a:prstGeom>
          <a:ln w="0">
            <a:noFill/>
          </a:ln>
        </p:spPr>
      </p:sp>
      <p:sp>
        <p:nvSpPr>
          <p:cNvPr id="396"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397" name="PlaceHolder 3"/>
          <p:cNvSpPr>
            <a:spLocks noGrp="1"/>
          </p:cNvSpPr>
          <p:nvPr>
            <p:ph type="sldNum" idx="50"/>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0BBF8784-9C4C-4F5C-96C4-89337C1443AC}" type="slidenum">
              <a:rPr lang="en-US" sz="1200" b="0" strike="noStrike" spc="-1">
                <a:latin typeface="Times New Roman"/>
              </a:rPr>
              <a:t>50</a:t>
            </a:fld>
            <a:endParaRPr lang="es-US" sz="1200" b="0" strike="noStrike" spc="-1">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PlaceHolder 1"/>
          <p:cNvSpPr>
            <a:spLocks noGrp="1" noRot="1" noChangeAspect="1"/>
          </p:cNvSpPr>
          <p:nvPr>
            <p:ph type="sldImg"/>
          </p:nvPr>
        </p:nvSpPr>
        <p:spPr>
          <a:xfrm>
            <a:off x="685800" y="1143000"/>
            <a:ext cx="5486040" cy="3085920"/>
          </a:xfrm>
          <a:prstGeom prst="rect">
            <a:avLst/>
          </a:prstGeom>
          <a:ln w="0">
            <a:noFill/>
          </a:ln>
        </p:spPr>
      </p:sp>
      <p:sp>
        <p:nvSpPr>
          <p:cNvPr id="399"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400" name="PlaceHolder 3"/>
          <p:cNvSpPr>
            <a:spLocks noGrp="1"/>
          </p:cNvSpPr>
          <p:nvPr>
            <p:ph type="sldNum" idx="51"/>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A2AEDB5C-5342-49D8-8D6C-90A7124D5D4B}" type="slidenum">
              <a:rPr lang="en-US" sz="1200" b="0" strike="noStrike" spc="-1">
                <a:latin typeface="Times New Roman"/>
              </a:rPr>
              <a:t>51</a:t>
            </a:fld>
            <a:endParaRPr lang="es-US" sz="1200" b="0" strike="noStrike" spc="-1">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PlaceHolder 1"/>
          <p:cNvSpPr>
            <a:spLocks noGrp="1" noRot="1" noChangeAspect="1"/>
          </p:cNvSpPr>
          <p:nvPr>
            <p:ph type="sldImg"/>
          </p:nvPr>
        </p:nvSpPr>
        <p:spPr>
          <a:xfrm>
            <a:off x="685800" y="1143000"/>
            <a:ext cx="5486400" cy="3086100"/>
          </a:xfrm>
          <a:prstGeom prst="rect">
            <a:avLst/>
          </a:prstGeom>
          <a:ln w="0">
            <a:noFill/>
          </a:ln>
        </p:spPr>
      </p:sp>
      <p:sp>
        <p:nvSpPr>
          <p:cNvPr id="402"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endParaRPr lang="es-US" sz="2000" b="0" strike="noStrike" spc="-1">
              <a:latin typeface="Arial"/>
            </a:endParaRPr>
          </a:p>
          <a:p>
            <a:pPr marL="216000" indent="-216000">
              <a:lnSpc>
                <a:spcPct val="100000"/>
              </a:lnSpc>
              <a:buNone/>
            </a:pPr>
            <a:endParaRPr lang="es-US" sz="2000" b="0" strike="noStrike" spc="-1">
              <a:latin typeface="Arial"/>
            </a:endParaRPr>
          </a:p>
        </p:txBody>
      </p:sp>
      <p:sp>
        <p:nvSpPr>
          <p:cNvPr id="403" name="PlaceHolder 3"/>
          <p:cNvSpPr>
            <a:spLocks noGrp="1"/>
          </p:cNvSpPr>
          <p:nvPr>
            <p:ph type="sldNum" idx="52"/>
          </p:nvPr>
        </p:nvSpPr>
        <p:spPr>
          <a:xfrm>
            <a:off x="3884760" y="8685360"/>
            <a:ext cx="2971440" cy="458280"/>
          </a:xfrm>
          <a:prstGeom prst="rect">
            <a:avLst/>
          </a:prstGeom>
          <a:noFill/>
          <a:ln w="0">
            <a:noFill/>
          </a:ln>
        </p:spPr>
        <p:txBody>
          <a:bodyPr anchor="b">
            <a:noAutofit/>
          </a:bodyPr>
          <a:lstStyle>
            <a:lvl1pPr algn="r">
              <a:lnSpc>
                <a:spcPct val="100000"/>
              </a:lnSpc>
              <a:buNone/>
              <a:defRPr lang="en-US" sz="1200" b="0" strike="noStrike" spc="-1">
                <a:latin typeface="Times New Roman"/>
              </a:defRPr>
            </a:lvl1pPr>
          </a:lstStyle>
          <a:p>
            <a:pPr algn="r">
              <a:lnSpc>
                <a:spcPct val="100000"/>
              </a:lnSpc>
              <a:buNone/>
            </a:pPr>
            <a:fld id="{9D2E8EF9-A098-47AA-A1E0-1B45735184F0}" type="slidenum">
              <a:rPr lang="en-US" sz="1200" b="0" strike="noStrike" spc="-1">
                <a:latin typeface="Times New Roman"/>
              </a:rPr>
              <a:t>52</a:t>
            </a:fld>
            <a:endParaRPr lang="es-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92586786-0C98-4E9E-84AC-EF1429AC2D34}"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65A3AF90-76E1-488E-8313-3FC1887BB6A1}"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2135E004-1601-457B-89CA-27613BA3B9A1}"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3575F839-8817-47C4-A3C4-9F9ACD64C6DC}"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48D3997-3A0B-4A24-83B0-C943DAF3E0ED}"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5772BD17-A870-40B6-9151-2FE54616ACB6}"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90FB6298-7B2C-460A-9A2F-84B4E7DA5C14}"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6AFD7E6-C478-4F0B-BFED-2D461BCC6A65}"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F539B05B-6AA3-435F-99C0-CDDC88B40E71}"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D272DA24-8B8C-4F8B-970F-8A3CDC92874A}"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5B192D2A-7924-47A6-B9BD-2166757E9145}"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C9F02745-9BE4-4030-B577-EBB32B39A5D4}"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E52AB5CC-9949-4BE0-8BE8-1273B0771DE0}"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48"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8CA46114-EEDC-4967-87C3-848B9C0B9D3E}"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50"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BF2A69B-53FE-49C4-A9B3-A662769567A2}" type="slidenum">
              <a:t>‹Nº›</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52"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3"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A7A5CEF4-B280-4DCA-B0FE-F194F7A4D366}"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40C12564-BD30-4E66-865E-D0228B549FF8}"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64FA7C39-A681-4760-83C7-49EBD4A6FB40}" type="slidenum">
              <a:t>‹Nº›</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57"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8"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9"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C1E9CCF7-2C62-4A33-AABB-3294610D8337}"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6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3"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5B4C7B0-AA75-4FB9-9706-6E2A025740CD}"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6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6"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7"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1B81B562-218D-4E33-8DC7-14E71FB098A4}" type="slidenum">
              <a:t>‹Nº›</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69"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0"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EEE9E6C6-2A38-4CE4-BB61-343B3519B936}" type="slidenum">
              <a:t>‹Nº›</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72"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3"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4"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5"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03F5D219-CFEC-42DE-8DC1-E7B4A196C9F6}" type="slidenum">
              <a:t>‹Nº›</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77"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8"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9"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80"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81"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82"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874D2099-36BC-4B71-8B3C-3B790AC1EE5A}" type="slidenum">
              <a:t>‹Nº›</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17982FB1-F383-4480-81C4-1D997D4D3469}" type="slidenum">
              <a:t>‹Nº›</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89"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FAF36B31-4648-4713-B163-60D6C728316E}" type="slidenum">
              <a:t>‹Nº›</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91"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299DC403-29F3-4A3C-BC6B-9DE5AA48E455}" type="slidenum">
              <a:t>‹Nº›</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93"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94"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F9D2C8F6-47FB-4278-B0B0-D8B41EC1E9A2}" type="slidenum">
              <a:t>‹Nº›</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DC0BB0B1-238C-498E-872D-5956A54379C2}" type="slidenum">
              <a:t>‹Nº›</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6"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es-US" sz="3200" b="0" strike="noStrike" spc="-1">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6EBD7580-AAA9-4134-B50D-102905F0DB30}" type="slidenum">
              <a:t>‹Nº›</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98"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99"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00"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B61A7DF6-C7AD-44A0-8785-5793FC4EAC97}"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02"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03"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04"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A75A47C0-4A90-4E98-BF5D-97772549F268}"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0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07"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08"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2F49FC10-91FE-4D3D-88FB-AF608B6A8A79}"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10"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1"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94DADF3D-6BE1-4417-9588-607BDEC3BCE2}" type="slidenum">
              <a:t>‹Nº›</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1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5"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6"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B291E124-2EF4-4735-B8A0-16B855D1FB26}" type="slidenum">
              <a:t>‹Nº›</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s-PY" sz="1800" b="0" strike="noStrike" spc="-1">
              <a:solidFill>
                <a:srgbClr val="000000"/>
              </a:solidFill>
              <a:latin typeface="Calibri"/>
            </a:endParaRPr>
          </a:p>
        </p:txBody>
      </p:sp>
      <p:sp>
        <p:nvSpPr>
          <p:cNvPr id="118"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19"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20"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21"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22"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123"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a:lnSpc>
                <a:spcPct val="90000"/>
              </a:lnSpc>
              <a:spcBef>
                <a:spcPts val="1417"/>
              </a:spcBef>
              <a:buNone/>
            </a:pPr>
            <a:endParaRPr lang="es-PY" sz="2800" b="0" strike="noStrike" spc="-1">
              <a:solidFill>
                <a:srgbClr val="000000"/>
              </a:solidFill>
              <a:latin typeface="Calibri"/>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688C8AAA-568B-4AE0-AFCA-E15E18577DA8}" type="slidenum">
              <a:t>‹Nº›</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es-ES" sz="6000" b="0" strike="noStrike" spc="-1">
                <a:solidFill>
                  <a:srgbClr val="000000"/>
                </a:solidFill>
                <a:latin typeface="Calibri Light"/>
              </a:rPr>
              <a:t>Haga clic para modificar el estilo de título del patrón</a:t>
            </a:r>
            <a:endParaRPr lang="es-PY"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es-PY" sz="1200" b="0" strike="noStrike" spc="-1">
                <a:solidFill>
                  <a:srgbClr val="8B8B8B"/>
                </a:solidFill>
                <a:latin typeface="Calibri"/>
              </a:defRPr>
            </a:lvl1pPr>
          </a:lstStyle>
          <a:p>
            <a:pPr>
              <a:lnSpc>
                <a:spcPct val="100000"/>
              </a:lnSpc>
              <a:buNone/>
            </a:pPr>
            <a:r>
              <a:rPr lang="es-PY" sz="1200" b="0" strike="noStrike" spc="-1">
                <a:solidFill>
                  <a:srgbClr val="8B8B8B"/>
                </a:solidFill>
                <a:latin typeface="Calibri"/>
              </a:rPr>
              <a:t>&lt;fecha/hora&gt;</a:t>
            </a:r>
            <a:endParaRPr lang="es-US" sz="1200" b="0" strike="noStrike" spc="-1">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es-US" sz="1400" b="0" strike="noStrike" spc="-1">
                <a:latin typeface="Times New Roman"/>
              </a:defRPr>
            </a:lvl1pPr>
          </a:lstStyle>
          <a:p>
            <a:pPr algn="ctr">
              <a:buNone/>
            </a:pPr>
            <a:r>
              <a:rPr lang="es-US" sz="1400" b="0" strike="noStrike" spc="-1">
                <a:latin typeface="Times New Roman"/>
              </a:rPr>
              <a:t>&lt;pie de página&gt;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es-PY" sz="1200" b="0" strike="noStrike" spc="-1">
                <a:solidFill>
                  <a:srgbClr val="8B8B8B"/>
                </a:solidFill>
                <a:latin typeface="Calibri"/>
              </a:defRPr>
            </a:lvl1pPr>
          </a:lstStyle>
          <a:p>
            <a:pPr algn="r">
              <a:lnSpc>
                <a:spcPct val="100000"/>
              </a:lnSpc>
              <a:buNone/>
            </a:pPr>
            <a:fld id="{AD88AB33-CD60-40BD-9F29-F7CD5600F48A}" type="slidenum">
              <a:rPr lang="es-PY" sz="1200" b="0" strike="noStrike" spc="-1">
                <a:solidFill>
                  <a:srgbClr val="8B8B8B"/>
                </a:solidFill>
                <a:latin typeface="Calibri"/>
              </a:rPr>
              <a:t>‹Nº›</a:t>
            </a:fld>
            <a:endParaRPr lang="es-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PY" sz="2800" b="0" strike="noStrike" spc="-1">
                <a:solidFill>
                  <a:srgbClr val="000000"/>
                </a:solidFill>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PY" sz="2000" b="0" strike="noStrike" spc="-1">
                <a:solidFill>
                  <a:srgbClr val="000000"/>
                </a:solidFill>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PY" sz="1800" b="0" strike="noStrike" spc="-1">
                <a:solidFill>
                  <a:srgbClr val="000000"/>
                </a:solidFill>
                <a:latin typeface="Calibri"/>
              </a:rPr>
              <a:t>Tercer nivel del esquema</a:t>
            </a:r>
          </a:p>
          <a:p>
            <a:pPr marL="1728000" lvl="3" indent="-216000">
              <a:lnSpc>
                <a:spcPct val="90000"/>
              </a:lnSpc>
              <a:spcBef>
                <a:spcPts val="567"/>
              </a:spcBef>
              <a:buClr>
                <a:srgbClr val="000000"/>
              </a:buClr>
              <a:buSzPct val="75000"/>
              <a:buFont typeface="Symbol" charset="2"/>
              <a:buChar char=""/>
            </a:pPr>
            <a:r>
              <a:rPr lang="es-PY" sz="1800" b="0" strike="noStrike" spc="-1">
                <a:solidFill>
                  <a:srgbClr val="000000"/>
                </a:solidFill>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PY" sz="2000" b="0" strike="noStrike" spc="-1">
                <a:solidFill>
                  <a:srgbClr val="000000"/>
                </a:solidFill>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PY" sz="2000" b="0" strike="noStrike" spc="-1">
                <a:solidFill>
                  <a:srgbClr val="000000"/>
                </a:solidFill>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PY" sz="2000" b="0" strike="noStrike" spc="-1">
                <a:solidFill>
                  <a:srgbClr val="000000"/>
                </a:solidFill>
                <a:latin typeface="Calibri"/>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s-ES" sz="4400" b="0" strike="noStrike" spc="-1">
                <a:solidFill>
                  <a:srgbClr val="000000"/>
                </a:solidFill>
                <a:latin typeface="Calibri Light"/>
              </a:rPr>
              <a:t>Haga clic para modificar el estilo de título del patrón</a:t>
            </a:r>
            <a:endParaRPr lang="es-PY" sz="4400" b="0" strike="noStrike" spc="-1">
              <a:solidFill>
                <a:srgbClr val="000000"/>
              </a:solidFill>
              <a:latin typeface="Calibri"/>
            </a:endParaRPr>
          </a:p>
        </p:txBody>
      </p:sp>
      <p:sp>
        <p:nvSpPr>
          <p:cNvPr id="42" name="PlaceHolder 2"/>
          <p:cNvSpPr>
            <a:spLocks noGrp="1"/>
          </p:cNvSpPr>
          <p:nvPr>
            <p:ph type="body"/>
          </p:nvPr>
        </p:nvSpPr>
        <p:spPr>
          <a:xfrm>
            <a:off x="838080" y="1825560"/>
            <a:ext cx="518112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s-ES" sz="2800" b="0" strike="noStrike" spc="-1">
                <a:solidFill>
                  <a:srgbClr val="000000"/>
                </a:solidFill>
                <a:latin typeface="Calibri"/>
              </a:rPr>
              <a:t>Haga clic para modificar los estilos de texto del patrón</a:t>
            </a:r>
            <a:endParaRPr lang="es-PY" sz="2800" b="0" strike="noStrike" spc="-1">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a:solidFill>
                  <a:srgbClr val="000000"/>
                </a:solidFill>
                <a:latin typeface="Calibri"/>
              </a:rPr>
              <a:t>Segundo nivel</a:t>
            </a:r>
            <a:endParaRPr lang="es-PY" sz="2400" b="0" strike="noStrike" spc="-1">
              <a:solidFill>
                <a:srgbClr val="000000"/>
              </a:solidFill>
              <a:latin typeface="Calibri"/>
            </a:endParaRPr>
          </a:p>
          <a:p>
            <a:pPr marL="1143000" lvl="2" indent="-228600">
              <a:lnSpc>
                <a:spcPct val="90000"/>
              </a:lnSpc>
              <a:spcBef>
                <a:spcPts val="499"/>
              </a:spcBef>
              <a:buClr>
                <a:srgbClr val="000000"/>
              </a:buClr>
              <a:buFont typeface="Arial"/>
              <a:buChar char="•"/>
            </a:pPr>
            <a:r>
              <a:rPr lang="es-ES" sz="2000" b="0" strike="noStrike" spc="-1">
                <a:solidFill>
                  <a:srgbClr val="000000"/>
                </a:solidFill>
                <a:latin typeface="Calibri"/>
              </a:rPr>
              <a:t>Tercer nivel</a:t>
            </a:r>
            <a:endParaRPr lang="es-PY" sz="2000" b="0" strike="noStrike" spc="-1">
              <a:solidFill>
                <a:srgbClr val="000000"/>
              </a:solidFill>
              <a:latin typeface="Calibri"/>
            </a:endParaRPr>
          </a:p>
          <a:p>
            <a:pPr marL="1600200" lvl="3" indent="-228600">
              <a:lnSpc>
                <a:spcPct val="90000"/>
              </a:lnSpc>
              <a:spcBef>
                <a:spcPts val="499"/>
              </a:spcBef>
              <a:buClr>
                <a:srgbClr val="000000"/>
              </a:buClr>
              <a:buFont typeface="Arial"/>
              <a:buChar char="•"/>
            </a:pPr>
            <a:r>
              <a:rPr lang="es-ES" sz="1800" b="0" strike="noStrike" spc="-1">
                <a:solidFill>
                  <a:srgbClr val="000000"/>
                </a:solidFill>
                <a:latin typeface="Calibri"/>
              </a:rPr>
              <a:t>Cuarto nivel</a:t>
            </a:r>
            <a:endParaRPr lang="es-PY" sz="1800" b="0" strike="noStrike" spc="-1">
              <a:solidFill>
                <a:srgbClr val="000000"/>
              </a:solidFill>
              <a:latin typeface="Calibri"/>
            </a:endParaRPr>
          </a:p>
          <a:p>
            <a:pPr marL="2057400" lvl="4" indent="-228600">
              <a:lnSpc>
                <a:spcPct val="90000"/>
              </a:lnSpc>
              <a:spcBef>
                <a:spcPts val="499"/>
              </a:spcBef>
              <a:buClr>
                <a:srgbClr val="000000"/>
              </a:buClr>
              <a:buFont typeface="Arial"/>
              <a:buChar char="•"/>
            </a:pPr>
            <a:r>
              <a:rPr lang="es-ES" sz="1800" b="0" strike="noStrike" spc="-1">
                <a:solidFill>
                  <a:srgbClr val="000000"/>
                </a:solidFill>
                <a:latin typeface="Calibri"/>
              </a:rPr>
              <a:t>Quinto nivel</a:t>
            </a:r>
            <a:endParaRPr lang="es-PY" sz="1800" b="0" strike="noStrike" spc="-1">
              <a:solidFill>
                <a:srgbClr val="000000"/>
              </a:solidFill>
              <a:latin typeface="Calibri"/>
            </a:endParaRPr>
          </a:p>
        </p:txBody>
      </p:sp>
      <p:sp>
        <p:nvSpPr>
          <p:cNvPr id="43" name="PlaceHolder 3"/>
          <p:cNvSpPr>
            <a:spLocks noGrp="1"/>
          </p:cNvSpPr>
          <p:nvPr>
            <p:ph type="body"/>
          </p:nvPr>
        </p:nvSpPr>
        <p:spPr>
          <a:xfrm>
            <a:off x="6172200" y="1825560"/>
            <a:ext cx="518112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s-ES" sz="2800" b="0" strike="noStrike" spc="-1">
                <a:solidFill>
                  <a:srgbClr val="000000"/>
                </a:solidFill>
                <a:latin typeface="Calibri"/>
              </a:rPr>
              <a:t>Haga clic para modificar los estilos de texto del patrón</a:t>
            </a:r>
            <a:endParaRPr lang="es-PY" sz="2800" b="0" strike="noStrike" spc="-1">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a:solidFill>
                  <a:srgbClr val="000000"/>
                </a:solidFill>
                <a:latin typeface="Calibri"/>
              </a:rPr>
              <a:t>Segundo nivel</a:t>
            </a:r>
            <a:endParaRPr lang="es-PY" sz="2400" b="0" strike="noStrike" spc="-1">
              <a:solidFill>
                <a:srgbClr val="000000"/>
              </a:solidFill>
              <a:latin typeface="Calibri"/>
            </a:endParaRPr>
          </a:p>
          <a:p>
            <a:pPr marL="1143000" lvl="2" indent="-228600">
              <a:lnSpc>
                <a:spcPct val="90000"/>
              </a:lnSpc>
              <a:spcBef>
                <a:spcPts val="499"/>
              </a:spcBef>
              <a:buClr>
                <a:srgbClr val="000000"/>
              </a:buClr>
              <a:buFont typeface="Arial"/>
              <a:buChar char="•"/>
            </a:pPr>
            <a:r>
              <a:rPr lang="es-ES" sz="2000" b="0" strike="noStrike" spc="-1">
                <a:solidFill>
                  <a:srgbClr val="000000"/>
                </a:solidFill>
                <a:latin typeface="Calibri"/>
              </a:rPr>
              <a:t>Tercer nivel</a:t>
            </a:r>
            <a:endParaRPr lang="es-PY" sz="2000" b="0" strike="noStrike" spc="-1">
              <a:solidFill>
                <a:srgbClr val="000000"/>
              </a:solidFill>
              <a:latin typeface="Calibri"/>
            </a:endParaRPr>
          </a:p>
          <a:p>
            <a:pPr marL="1600200" lvl="3" indent="-228600">
              <a:lnSpc>
                <a:spcPct val="90000"/>
              </a:lnSpc>
              <a:spcBef>
                <a:spcPts val="499"/>
              </a:spcBef>
              <a:buClr>
                <a:srgbClr val="000000"/>
              </a:buClr>
              <a:buFont typeface="Arial"/>
              <a:buChar char="•"/>
            </a:pPr>
            <a:r>
              <a:rPr lang="es-ES" sz="1800" b="0" strike="noStrike" spc="-1">
                <a:solidFill>
                  <a:srgbClr val="000000"/>
                </a:solidFill>
                <a:latin typeface="Calibri"/>
              </a:rPr>
              <a:t>Cuarto nivel</a:t>
            </a:r>
            <a:endParaRPr lang="es-PY" sz="1800" b="0" strike="noStrike" spc="-1">
              <a:solidFill>
                <a:srgbClr val="000000"/>
              </a:solidFill>
              <a:latin typeface="Calibri"/>
            </a:endParaRPr>
          </a:p>
          <a:p>
            <a:pPr marL="2057400" lvl="4" indent="-228600">
              <a:lnSpc>
                <a:spcPct val="90000"/>
              </a:lnSpc>
              <a:spcBef>
                <a:spcPts val="499"/>
              </a:spcBef>
              <a:buClr>
                <a:srgbClr val="000000"/>
              </a:buClr>
              <a:buFont typeface="Arial"/>
              <a:buChar char="•"/>
            </a:pPr>
            <a:r>
              <a:rPr lang="es-ES" sz="1800" b="0" strike="noStrike" spc="-1">
                <a:solidFill>
                  <a:srgbClr val="000000"/>
                </a:solidFill>
                <a:latin typeface="Calibri"/>
              </a:rPr>
              <a:t>Quinto nivel</a:t>
            </a:r>
            <a:endParaRPr lang="es-PY" sz="1800" b="0" strike="noStrike" spc="-1">
              <a:solidFill>
                <a:srgbClr val="000000"/>
              </a:solidFill>
              <a:latin typeface="Calibri"/>
            </a:endParaRPr>
          </a:p>
        </p:txBody>
      </p:sp>
      <p:sp>
        <p:nvSpPr>
          <p:cNvPr id="44" name="PlaceHolder 4"/>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lang="es-PY" sz="1200" b="0" strike="noStrike" spc="-1">
                <a:solidFill>
                  <a:srgbClr val="8B8B8B"/>
                </a:solidFill>
                <a:latin typeface="Calibri"/>
              </a:defRPr>
            </a:lvl1pPr>
          </a:lstStyle>
          <a:p>
            <a:pPr>
              <a:lnSpc>
                <a:spcPct val="100000"/>
              </a:lnSpc>
              <a:buNone/>
            </a:pPr>
            <a:r>
              <a:rPr lang="es-PY" sz="1200" b="0" strike="noStrike" spc="-1">
                <a:solidFill>
                  <a:srgbClr val="8B8B8B"/>
                </a:solidFill>
                <a:latin typeface="Calibri"/>
              </a:rPr>
              <a:t>&lt;fecha/hora&gt;</a:t>
            </a:r>
            <a:endParaRPr lang="es-US" sz="1200" b="0" strike="noStrike" spc="-1">
              <a:latin typeface="Times New Roman"/>
            </a:endParaRPr>
          </a:p>
        </p:txBody>
      </p:sp>
      <p:sp>
        <p:nvSpPr>
          <p:cNvPr id="45" name="PlaceHolder 5"/>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lang="es-US" sz="1400" b="0" strike="noStrike" spc="-1">
                <a:latin typeface="Times New Roman"/>
              </a:defRPr>
            </a:lvl1pPr>
          </a:lstStyle>
          <a:p>
            <a:pPr algn="ctr">
              <a:buNone/>
            </a:pPr>
            <a:r>
              <a:rPr lang="es-US" sz="1400" b="0" strike="noStrike" spc="-1">
                <a:latin typeface="Times New Roman"/>
              </a:rPr>
              <a:t>&lt;pie de página&gt;</a:t>
            </a:r>
          </a:p>
        </p:txBody>
      </p:sp>
      <p:sp>
        <p:nvSpPr>
          <p:cNvPr id="46" name="PlaceHolder 6"/>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lang="es-PY" sz="1200" b="0" strike="noStrike" spc="-1">
                <a:solidFill>
                  <a:srgbClr val="8B8B8B"/>
                </a:solidFill>
                <a:latin typeface="Calibri"/>
              </a:defRPr>
            </a:lvl1pPr>
          </a:lstStyle>
          <a:p>
            <a:pPr algn="r">
              <a:lnSpc>
                <a:spcPct val="100000"/>
              </a:lnSpc>
              <a:buNone/>
            </a:pPr>
            <a:fld id="{AFA7739D-3D44-48E3-9881-B2800BF17FAE}" type="slidenum">
              <a:rPr lang="es-PY" sz="1200" b="0" strike="noStrike" spc="-1">
                <a:solidFill>
                  <a:srgbClr val="8B8B8B"/>
                </a:solidFill>
                <a:latin typeface="Calibri"/>
              </a:rPr>
              <a:t>‹Nº›</a:t>
            </a:fld>
            <a:endParaRPr lang="es-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s-ES" sz="4400" b="0" strike="noStrike" spc="-1">
                <a:solidFill>
                  <a:srgbClr val="000000"/>
                </a:solidFill>
                <a:latin typeface="Calibri Light"/>
              </a:rPr>
              <a:t>Haga clic para modificar el estilo de título del patrón</a:t>
            </a:r>
            <a:endParaRPr lang="es-PY" sz="4400" b="0" strike="noStrike" spc="-1">
              <a:solidFill>
                <a:srgbClr val="000000"/>
              </a:solidFill>
              <a:latin typeface="Calibri"/>
            </a:endParaRPr>
          </a:p>
        </p:txBody>
      </p:sp>
      <p:sp>
        <p:nvSpPr>
          <p:cNvPr id="84"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s-ES" sz="2800" b="0" strike="noStrike" spc="-1">
                <a:solidFill>
                  <a:srgbClr val="000000"/>
                </a:solidFill>
                <a:latin typeface="Calibri"/>
              </a:rPr>
              <a:t>Haga clic para modificar los estilos de texto del patrón</a:t>
            </a:r>
            <a:endParaRPr lang="es-PY" sz="2800" b="0" strike="noStrike" spc="-1">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a:solidFill>
                  <a:srgbClr val="000000"/>
                </a:solidFill>
                <a:latin typeface="Calibri"/>
              </a:rPr>
              <a:t>Segundo nivel</a:t>
            </a:r>
            <a:endParaRPr lang="es-PY" sz="2400" b="0" strike="noStrike" spc="-1">
              <a:solidFill>
                <a:srgbClr val="000000"/>
              </a:solidFill>
              <a:latin typeface="Calibri"/>
            </a:endParaRPr>
          </a:p>
          <a:p>
            <a:pPr marL="1143000" lvl="2" indent="-228600">
              <a:lnSpc>
                <a:spcPct val="90000"/>
              </a:lnSpc>
              <a:spcBef>
                <a:spcPts val="499"/>
              </a:spcBef>
              <a:buClr>
                <a:srgbClr val="000000"/>
              </a:buClr>
              <a:buFont typeface="Arial"/>
              <a:buChar char="•"/>
            </a:pPr>
            <a:r>
              <a:rPr lang="es-ES" sz="2000" b="0" strike="noStrike" spc="-1">
                <a:solidFill>
                  <a:srgbClr val="000000"/>
                </a:solidFill>
                <a:latin typeface="Calibri"/>
              </a:rPr>
              <a:t>Tercer nivel</a:t>
            </a:r>
            <a:endParaRPr lang="es-PY" sz="2000" b="0" strike="noStrike" spc="-1">
              <a:solidFill>
                <a:srgbClr val="000000"/>
              </a:solidFill>
              <a:latin typeface="Calibri"/>
            </a:endParaRPr>
          </a:p>
          <a:p>
            <a:pPr marL="1600200" lvl="3" indent="-228600">
              <a:lnSpc>
                <a:spcPct val="90000"/>
              </a:lnSpc>
              <a:spcBef>
                <a:spcPts val="499"/>
              </a:spcBef>
              <a:buClr>
                <a:srgbClr val="000000"/>
              </a:buClr>
              <a:buFont typeface="Arial"/>
              <a:buChar char="•"/>
            </a:pPr>
            <a:r>
              <a:rPr lang="es-ES" sz="1800" b="0" strike="noStrike" spc="-1">
                <a:solidFill>
                  <a:srgbClr val="000000"/>
                </a:solidFill>
                <a:latin typeface="Calibri"/>
              </a:rPr>
              <a:t>Cuarto nivel</a:t>
            </a:r>
            <a:endParaRPr lang="es-PY" sz="1800" b="0" strike="noStrike" spc="-1">
              <a:solidFill>
                <a:srgbClr val="000000"/>
              </a:solidFill>
              <a:latin typeface="Calibri"/>
            </a:endParaRPr>
          </a:p>
          <a:p>
            <a:pPr marL="2057400" lvl="4" indent="-228600">
              <a:lnSpc>
                <a:spcPct val="90000"/>
              </a:lnSpc>
              <a:spcBef>
                <a:spcPts val="499"/>
              </a:spcBef>
              <a:buClr>
                <a:srgbClr val="000000"/>
              </a:buClr>
              <a:buFont typeface="Arial"/>
              <a:buChar char="•"/>
            </a:pPr>
            <a:r>
              <a:rPr lang="es-ES" sz="1800" b="0" strike="noStrike" spc="-1">
                <a:solidFill>
                  <a:srgbClr val="000000"/>
                </a:solidFill>
                <a:latin typeface="Calibri"/>
              </a:rPr>
              <a:t>Quinto nivel</a:t>
            </a:r>
            <a:endParaRPr lang="es-PY" sz="1800" b="0" strike="noStrike" spc="-1">
              <a:solidFill>
                <a:srgbClr val="000000"/>
              </a:solidFill>
              <a:latin typeface="Calibri"/>
            </a:endParaRPr>
          </a:p>
        </p:txBody>
      </p:sp>
      <p:sp>
        <p:nvSpPr>
          <p:cNvPr id="85" name="PlaceHolder 3"/>
          <p:cNvSpPr>
            <a:spLocks noGrp="1"/>
          </p:cNvSpPr>
          <p:nvPr>
            <p:ph type="dt" idx="7"/>
          </p:nvPr>
        </p:nvSpPr>
        <p:spPr>
          <a:xfrm>
            <a:off x="838080" y="6356520"/>
            <a:ext cx="2742840" cy="364680"/>
          </a:xfrm>
          <a:prstGeom prst="rect">
            <a:avLst/>
          </a:prstGeom>
          <a:noFill/>
          <a:ln w="0">
            <a:noFill/>
          </a:ln>
        </p:spPr>
        <p:txBody>
          <a:bodyPr anchor="ctr">
            <a:noAutofit/>
          </a:bodyPr>
          <a:lstStyle>
            <a:lvl1pPr>
              <a:lnSpc>
                <a:spcPct val="100000"/>
              </a:lnSpc>
              <a:buNone/>
              <a:defRPr lang="es-PY" sz="1200" b="0" strike="noStrike" spc="-1">
                <a:solidFill>
                  <a:srgbClr val="8B8B8B"/>
                </a:solidFill>
                <a:latin typeface="Calibri"/>
              </a:defRPr>
            </a:lvl1pPr>
          </a:lstStyle>
          <a:p>
            <a:pPr>
              <a:lnSpc>
                <a:spcPct val="100000"/>
              </a:lnSpc>
              <a:buNone/>
            </a:pPr>
            <a:r>
              <a:rPr lang="es-PY" sz="1200" b="0" strike="noStrike" spc="-1">
                <a:solidFill>
                  <a:srgbClr val="8B8B8B"/>
                </a:solidFill>
                <a:latin typeface="Calibri"/>
              </a:rPr>
              <a:t>&lt;fecha/hora&gt;</a:t>
            </a:r>
            <a:endParaRPr lang="es-US" sz="1200" b="0" strike="noStrike" spc="-1">
              <a:latin typeface="Times New Roman"/>
            </a:endParaRPr>
          </a:p>
        </p:txBody>
      </p:sp>
      <p:sp>
        <p:nvSpPr>
          <p:cNvPr id="86" name="PlaceHolder 4"/>
          <p:cNvSpPr>
            <a:spLocks noGrp="1"/>
          </p:cNvSpPr>
          <p:nvPr>
            <p:ph type="ftr" idx="8"/>
          </p:nvPr>
        </p:nvSpPr>
        <p:spPr>
          <a:xfrm>
            <a:off x="4038480" y="6356520"/>
            <a:ext cx="4114440" cy="364680"/>
          </a:xfrm>
          <a:prstGeom prst="rect">
            <a:avLst/>
          </a:prstGeom>
          <a:noFill/>
          <a:ln w="0">
            <a:noFill/>
          </a:ln>
        </p:spPr>
        <p:txBody>
          <a:bodyPr anchor="ctr">
            <a:noAutofit/>
          </a:bodyPr>
          <a:lstStyle>
            <a:lvl1pPr algn="ctr">
              <a:buNone/>
              <a:defRPr lang="es-US" sz="1400" b="0" strike="noStrike" spc="-1">
                <a:latin typeface="Times New Roman"/>
              </a:defRPr>
            </a:lvl1pPr>
          </a:lstStyle>
          <a:p>
            <a:pPr algn="ctr">
              <a:buNone/>
            </a:pPr>
            <a:r>
              <a:rPr lang="es-US" sz="1400" b="0" strike="noStrike" spc="-1">
                <a:latin typeface="Times New Roman"/>
              </a:rPr>
              <a:t>&lt;pie de página&gt;</a:t>
            </a:r>
          </a:p>
        </p:txBody>
      </p:sp>
      <p:sp>
        <p:nvSpPr>
          <p:cNvPr id="87" name="PlaceHolder 5"/>
          <p:cNvSpPr>
            <a:spLocks noGrp="1"/>
          </p:cNvSpPr>
          <p:nvPr>
            <p:ph type="sldNum" idx="9"/>
          </p:nvPr>
        </p:nvSpPr>
        <p:spPr>
          <a:xfrm>
            <a:off x="8610480" y="6356520"/>
            <a:ext cx="2742840" cy="364680"/>
          </a:xfrm>
          <a:prstGeom prst="rect">
            <a:avLst/>
          </a:prstGeom>
          <a:noFill/>
          <a:ln w="0">
            <a:noFill/>
          </a:ln>
        </p:spPr>
        <p:txBody>
          <a:bodyPr anchor="ctr">
            <a:noAutofit/>
          </a:bodyPr>
          <a:lstStyle>
            <a:lvl1pPr algn="r">
              <a:lnSpc>
                <a:spcPct val="100000"/>
              </a:lnSpc>
              <a:buNone/>
              <a:defRPr lang="es-PY" sz="1200" b="0" strike="noStrike" spc="-1">
                <a:solidFill>
                  <a:srgbClr val="8B8B8B"/>
                </a:solidFill>
                <a:latin typeface="Calibri"/>
              </a:defRPr>
            </a:lvl1pPr>
          </a:lstStyle>
          <a:p>
            <a:pPr algn="r">
              <a:lnSpc>
                <a:spcPct val="100000"/>
              </a:lnSpc>
              <a:buNone/>
            </a:pPr>
            <a:fld id="{3D51F5DD-3035-4991-A881-36D0C6A7D26B}" type="slidenum">
              <a:rPr lang="es-PY" sz="1200" b="0" strike="noStrike" spc="-1">
                <a:solidFill>
                  <a:srgbClr val="8B8B8B"/>
                </a:solidFill>
                <a:latin typeface="Calibri"/>
              </a:rPr>
              <a:t>‹Nº›</a:t>
            </a:fld>
            <a:endParaRPr lang="es-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uben.diaz@t.ucom.edu.py"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opensource.org/docs/osd"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hyperlink" Target="https://colab.research.google.com/github/infuseai/colab-xterm/blob/main/demo.ipynb"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0.xml"/><Relationship Id="rId1" Type="http://schemas.openxmlformats.org/officeDocument/2006/relationships/slideLayout" Target="../slideLayouts/slideLayout25.xml"/><Relationship Id="rId4" Type="http://schemas.openxmlformats.org/officeDocument/2006/relationships/hyperlink" Target="mailto:ruben.diaz@ucom.edu.p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718560" y="1383480"/>
            <a:ext cx="10944360" cy="1517760"/>
          </a:xfrm>
          <a:prstGeom prst="rect">
            <a:avLst/>
          </a:prstGeom>
          <a:noFill/>
          <a:ln w="0">
            <a:noFill/>
          </a:ln>
        </p:spPr>
        <p:txBody>
          <a:bodyPr anchor="b">
            <a:normAutofit/>
          </a:bodyPr>
          <a:lstStyle/>
          <a:p>
            <a:pPr algn="ctr">
              <a:lnSpc>
                <a:spcPct val="90000"/>
              </a:lnSpc>
              <a:buNone/>
            </a:pPr>
            <a:r>
              <a:rPr lang="es-MX" sz="7200" b="1" strike="noStrike" spc="-1">
                <a:solidFill>
                  <a:srgbClr val="FFFFFF"/>
                </a:solidFill>
                <a:latin typeface="Calibri"/>
              </a:rPr>
              <a:t>Programacion Unix-Linux (I)</a:t>
            </a:r>
            <a:endParaRPr lang="es-PY" sz="7200" b="0" strike="noStrike" spc="-1">
              <a:solidFill>
                <a:srgbClr val="000000"/>
              </a:solidFill>
              <a:latin typeface="Calibri"/>
            </a:endParaRPr>
          </a:p>
        </p:txBody>
      </p:sp>
      <p:sp>
        <p:nvSpPr>
          <p:cNvPr id="131" name="PlaceHolder 2"/>
          <p:cNvSpPr>
            <a:spLocks noGrp="1"/>
          </p:cNvSpPr>
          <p:nvPr>
            <p:ph type="subTitle"/>
          </p:nvPr>
        </p:nvSpPr>
        <p:spPr>
          <a:xfrm>
            <a:off x="1523880" y="3212280"/>
            <a:ext cx="9143640" cy="1163160"/>
          </a:xfrm>
          <a:prstGeom prst="rect">
            <a:avLst/>
          </a:prstGeom>
          <a:noFill/>
          <a:ln w="0">
            <a:noFill/>
          </a:ln>
        </p:spPr>
        <p:txBody>
          <a:bodyPr anchor="t">
            <a:noAutofit/>
          </a:bodyPr>
          <a:lstStyle/>
          <a:p>
            <a:pPr algn="ctr">
              <a:lnSpc>
                <a:spcPct val="90000"/>
              </a:lnSpc>
              <a:spcBef>
                <a:spcPts val="1001"/>
              </a:spcBef>
              <a:buNone/>
              <a:tabLst>
                <a:tab pos="0" algn="l"/>
              </a:tabLst>
            </a:pPr>
            <a:r>
              <a:rPr lang="es-MX" sz="4800" b="0" strike="noStrike" spc="-1" dirty="0">
                <a:solidFill>
                  <a:srgbClr val="FFFFFF"/>
                </a:solidFill>
                <a:latin typeface="Calibri"/>
                <a:ea typeface="Verdana"/>
              </a:rPr>
              <a:t>Introducción a Unix y Linux</a:t>
            </a:r>
            <a:endParaRPr lang="es-US" sz="4800" b="0" strike="noStrike" spc="-1" dirty="0">
              <a:latin typeface="Arial"/>
            </a:endParaRPr>
          </a:p>
          <a:p>
            <a:pPr algn="ctr">
              <a:lnSpc>
                <a:spcPct val="90000"/>
              </a:lnSpc>
              <a:spcBef>
                <a:spcPts val="1001"/>
              </a:spcBef>
              <a:buNone/>
              <a:tabLst>
                <a:tab pos="0" algn="l"/>
              </a:tabLst>
            </a:pPr>
            <a:endParaRPr lang="es-US" sz="4800" b="0" strike="noStrike" spc="-1" dirty="0">
              <a:latin typeface="Arial"/>
            </a:endParaRPr>
          </a:p>
          <a:p>
            <a:pPr algn="ctr">
              <a:lnSpc>
                <a:spcPct val="90000"/>
              </a:lnSpc>
              <a:spcBef>
                <a:spcPts val="1001"/>
              </a:spcBef>
              <a:buNone/>
              <a:tabLst>
                <a:tab pos="0" algn="l"/>
              </a:tabLst>
            </a:pPr>
            <a:r>
              <a:rPr lang="es-MX" sz="3200" b="0" strike="noStrike" spc="-1" dirty="0">
                <a:solidFill>
                  <a:srgbClr val="FFFFFF"/>
                </a:solidFill>
                <a:latin typeface="Calibri"/>
                <a:ea typeface="Verdana"/>
              </a:rPr>
              <a:t>Profesor: Rubén Díaz (</a:t>
            </a:r>
            <a:r>
              <a:rPr lang="es-MX" sz="3200" b="0" u="sng" strike="noStrike" spc="-1" dirty="0">
                <a:solidFill>
                  <a:srgbClr val="0563C1"/>
                </a:solidFill>
                <a:uFillTx/>
                <a:latin typeface="Calibri"/>
                <a:ea typeface="Verdana"/>
                <a:hlinkClick r:id="rId3"/>
              </a:rPr>
              <a:t>ruben.diaz@t.ucom.edu.py</a:t>
            </a:r>
            <a:r>
              <a:rPr lang="es-MX" sz="3200" b="0" strike="noStrike" spc="-1" dirty="0">
                <a:solidFill>
                  <a:srgbClr val="FFFFFF"/>
                </a:solidFill>
                <a:latin typeface="Calibri"/>
                <a:ea typeface="Verdana"/>
              </a:rPr>
              <a:t>)</a:t>
            </a:r>
            <a:endParaRPr lang="es-US" sz="3200" b="0" strike="noStrike" spc="-1" dirty="0">
              <a:latin typeface="Arial"/>
            </a:endParaRPr>
          </a:p>
          <a:p>
            <a:pPr algn="ctr">
              <a:lnSpc>
                <a:spcPct val="90000"/>
              </a:lnSpc>
              <a:spcBef>
                <a:spcPts val="1001"/>
              </a:spcBef>
              <a:buNone/>
              <a:tabLst>
                <a:tab pos="0" algn="l"/>
              </a:tabLst>
            </a:pPr>
            <a:r>
              <a:rPr lang="es-MX" sz="3200" b="0" strike="noStrike" spc="-1" dirty="0">
                <a:solidFill>
                  <a:srgbClr val="FFFFFF"/>
                </a:solidFill>
                <a:latin typeface="Calibri"/>
                <a:ea typeface="Verdana"/>
              </a:rPr>
              <a:t>Junio de 2026 </a:t>
            </a:r>
            <a:endParaRPr lang="es-US" sz="3200" b="0" strike="noStrike" spc="-1" dirty="0">
              <a:latin typeface="Arial"/>
            </a:endParaRPr>
          </a:p>
          <a:p>
            <a:pPr algn="ctr">
              <a:lnSpc>
                <a:spcPct val="90000"/>
              </a:lnSpc>
              <a:spcBef>
                <a:spcPts val="1001"/>
              </a:spcBef>
              <a:buNone/>
              <a:tabLst>
                <a:tab pos="0" algn="l"/>
              </a:tabLst>
            </a:pPr>
            <a:endParaRPr lang="es-US" sz="3200" b="0" strike="noStrike" spc="-1" dirty="0">
              <a:latin typeface="Arial"/>
            </a:endParaRPr>
          </a:p>
        </p:txBody>
      </p:sp>
      <p:pic>
        <p:nvPicPr>
          <p:cNvPr id="132" name="Gráfico 3"/>
          <p:cNvPicPr/>
          <p:nvPr/>
        </p:nvPicPr>
        <p:blipFill>
          <a:blip r:embed="rId4"/>
          <a:stretch/>
        </p:blipFill>
        <p:spPr>
          <a:xfrm>
            <a:off x="622800" y="631800"/>
            <a:ext cx="1996920" cy="44100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33" name="PlaceHolder 1"/>
          <p:cNvSpPr>
            <a:spLocks noGrp="1"/>
          </p:cNvSpPr>
          <p:nvPr>
            <p:ph type="title"/>
          </p:nvPr>
        </p:nvSpPr>
        <p:spPr>
          <a:xfrm>
            <a:off x="1523880" y="812160"/>
            <a:ext cx="9143640" cy="787680"/>
          </a:xfrm>
          <a:prstGeom prst="rect">
            <a:avLst/>
          </a:prstGeom>
          <a:noFill/>
          <a:ln w="0">
            <a:noFill/>
          </a:ln>
        </p:spPr>
        <p:txBody>
          <a:bodyPr anchor="b">
            <a:normAutofit fontScale="90000"/>
          </a:bodyPr>
          <a:lstStyle/>
          <a:p>
            <a:pPr algn="ctr">
              <a:lnSpc>
                <a:spcPct val="90000"/>
              </a:lnSpc>
              <a:buNone/>
            </a:pPr>
            <a:r>
              <a:rPr lang="es-PY" sz="6000" b="0" strike="noStrike" spc="-1">
                <a:solidFill>
                  <a:srgbClr val="FFFFFF"/>
                </a:solidFill>
                <a:latin typeface="Calibri Light"/>
              </a:rPr>
              <a:t>Contenido</a:t>
            </a:r>
            <a:endParaRPr lang="es-PY" sz="6000" b="0" strike="noStrike" spc="-1">
              <a:solidFill>
                <a:srgbClr val="000000"/>
              </a:solidFill>
              <a:latin typeface="Calibri"/>
            </a:endParaRPr>
          </a:p>
        </p:txBody>
      </p:sp>
      <p:sp>
        <p:nvSpPr>
          <p:cNvPr id="134" name="PlaceHolder 2"/>
          <p:cNvSpPr>
            <a:spLocks noGrp="1"/>
          </p:cNvSpPr>
          <p:nvPr>
            <p:ph type="subTitle"/>
          </p:nvPr>
        </p:nvSpPr>
        <p:spPr>
          <a:xfrm>
            <a:off x="1384920" y="1931400"/>
            <a:ext cx="10028520" cy="3881160"/>
          </a:xfrm>
          <a:prstGeom prst="rect">
            <a:avLst/>
          </a:prstGeom>
          <a:noFill/>
          <a:ln w="0">
            <a:noFill/>
          </a:ln>
        </p:spPr>
        <p:txBody>
          <a:bodyPr anchor="t">
            <a:normAutofit/>
          </a:bodyPr>
          <a:lstStyle/>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Un poco de historia (Unix y GNU Linux)</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Distribuciones de Unix y Linux</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Gestion de usuarios y contraseñas</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El sistema de archivos</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Administración básica del sistema</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Interfases gráficas</a:t>
            </a:r>
            <a:endParaRPr lang="es-US" sz="3000" b="0" strike="noStrike" spc="-1">
              <a:latin typeface="Arial"/>
            </a:endParaRPr>
          </a:p>
          <a:p>
            <a:pPr marL="343080" indent="-343080">
              <a:lnSpc>
                <a:spcPct val="90000"/>
              </a:lnSpc>
              <a:spcBef>
                <a:spcPts val="1001"/>
              </a:spcBef>
              <a:buClr>
                <a:srgbClr val="FFFFFF"/>
              </a:buClr>
              <a:buFont typeface="Arial"/>
              <a:buChar char="•"/>
            </a:pPr>
            <a:r>
              <a:rPr lang="es-PY" sz="3000" b="0" strike="noStrike" spc="-1">
                <a:solidFill>
                  <a:srgbClr val="FFFFFF"/>
                </a:solidFill>
                <a:latin typeface="Calibri"/>
              </a:rPr>
              <a:t>Interprete de comandos (Shell)</a:t>
            </a:r>
            <a:endParaRPr lang="es-US" sz="3000" b="0" strike="noStrike" spc="-1">
              <a:latin typeface="Arial"/>
            </a:endParaRPr>
          </a:p>
          <a:p>
            <a:pPr>
              <a:lnSpc>
                <a:spcPct val="90000"/>
              </a:lnSpc>
              <a:spcBef>
                <a:spcPts val="1001"/>
              </a:spcBef>
              <a:buNone/>
            </a:pPr>
            <a:endParaRPr lang="es-US" sz="3000" b="0" strike="noStrike" spc="-1">
              <a:latin typeface="Arial"/>
            </a:endParaRPr>
          </a:p>
          <a:p>
            <a:pPr>
              <a:lnSpc>
                <a:spcPct val="90000"/>
              </a:lnSpc>
              <a:spcBef>
                <a:spcPts val="1001"/>
              </a:spcBef>
              <a:buNone/>
            </a:pPr>
            <a:endParaRPr lang="es-US" sz="3000" b="0" strike="noStrike" spc="-1">
              <a:latin typeface="Arial"/>
            </a:endParaRPr>
          </a:p>
          <a:p>
            <a:pPr>
              <a:lnSpc>
                <a:spcPct val="90000"/>
              </a:lnSpc>
              <a:spcBef>
                <a:spcPts val="1001"/>
              </a:spcBef>
              <a:buNone/>
            </a:pPr>
            <a:endParaRPr lang="es-US" sz="30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36" name="PlaceHolder 2"/>
          <p:cNvSpPr>
            <a:spLocks noGrp="1"/>
          </p:cNvSpPr>
          <p:nvPr>
            <p:ph type="subTitle"/>
          </p:nvPr>
        </p:nvSpPr>
        <p:spPr>
          <a:xfrm>
            <a:off x="1012320" y="1632960"/>
            <a:ext cx="10463760" cy="3816000"/>
          </a:xfrm>
          <a:prstGeom prst="rect">
            <a:avLst/>
          </a:prstGeom>
          <a:noFill/>
          <a:ln w="0">
            <a:noFill/>
          </a:ln>
        </p:spPr>
        <p:txBody>
          <a:bodyPr anchor="t">
            <a:normAutofit/>
          </a:bodyPr>
          <a:lstStyle/>
          <a:p>
            <a:pPr marL="343080" indent="-343080">
              <a:lnSpc>
                <a:spcPct val="90000"/>
              </a:lnSpc>
              <a:spcBef>
                <a:spcPts val="1001"/>
              </a:spcBef>
              <a:buClr>
                <a:srgbClr val="FFFFFF"/>
              </a:buClr>
              <a:buFont typeface="Arial"/>
              <a:buChar char="•"/>
            </a:pPr>
            <a:r>
              <a:rPr lang="es-ES" sz="2800" b="0" strike="noStrike" spc="-1">
                <a:solidFill>
                  <a:srgbClr val="FFFFFF"/>
                </a:solidFill>
                <a:latin typeface="Calibri"/>
              </a:rPr>
              <a:t>Un sistema operativo es un programa que se encarga de gestionar los recursos hardware del ordenador.</a:t>
            </a:r>
            <a:endParaRPr lang="es-US" sz="2800" b="0" strike="noStrike" spc="-1">
              <a:latin typeface="Arial"/>
            </a:endParaRPr>
          </a:p>
          <a:p>
            <a:pPr marL="343080" indent="-343080">
              <a:lnSpc>
                <a:spcPct val="90000"/>
              </a:lnSpc>
              <a:spcBef>
                <a:spcPts val="1001"/>
              </a:spcBef>
              <a:buClr>
                <a:srgbClr val="FFFFFF"/>
              </a:buClr>
              <a:buFont typeface="Arial"/>
              <a:buChar char="•"/>
            </a:pPr>
            <a:r>
              <a:rPr lang="es-ES" sz="2800" b="0" strike="noStrike" spc="-1">
                <a:solidFill>
                  <a:srgbClr val="FFFFFF"/>
                </a:solidFill>
                <a:latin typeface="Calibri"/>
              </a:rPr>
              <a:t>Tareas básicas:</a:t>
            </a:r>
            <a:endParaRPr lang="es-US" sz="2800" b="0" strike="noStrike" spc="-1">
              <a:latin typeface="Arial"/>
            </a:endParaRPr>
          </a:p>
          <a:p>
            <a:pPr marL="800280" lvl="1" indent="-343080">
              <a:lnSpc>
                <a:spcPct val="90000"/>
              </a:lnSpc>
              <a:spcBef>
                <a:spcPts val="499"/>
              </a:spcBef>
              <a:buClr>
                <a:srgbClr val="FFFFFF"/>
              </a:buClr>
              <a:buFont typeface="Arial"/>
              <a:buChar char="•"/>
            </a:pPr>
            <a:r>
              <a:rPr lang="es-ES" sz="2400" b="0" strike="noStrike" spc="-1">
                <a:solidFill>
                  <a:srgbClr val="FFFFFF"/>
                </a:solidFill>
                <a:latin typeface="Calibri"/>
              </a:rPr>
              <a:t>Administrar la memoria.</a:t>
            </a:r>
            <a:endParaRPr lang="es-US" sz="2400" b="0" strike="noStrike" spc="-1">
              <a:latin typeface="Arial"/>
            </a:endParaRPr>
          </a:p>
          <a:p>
            <a:pPr marL="800280" lvl="1" indent="-343080">
              <a:lnSpc>
                <a:spcPct val="90000"/>
              </a:lnSpc>
              <a:spcBef>
                <a:spcPts val="499"/>
              </a:spcBef>
              <a:buClr>
                <a:srgbClr val="FFFFFF"/>
              </a:buClr>
              <a:buFont typeface="Arial"/>
              <a:buChar char="•"/>
            </a:pPr>
            <a:r>
              <a:rPr lang="es-ES" sz="2400" b="0" strike="noStrike" spc="-1">
                <a:solidFill>
                  <a:srgbClr val="FFFFFF"/>
                </a:solidFill>
                <a:latin typeface="Calibri"/>
              </a:rPr>
              <a:t>Gestionar el uso de la CPU (planificación).</a:t>
            </a:r>
            <a:endParaRPr lang="es-US" sz="2400" b="0" strike="noStrike" spc="-1">
              <a:latin typeface="Arial"/>
            </a:endParaRPr>
          </a:p>
          <a:p>
            <a:pPr marL="800280" lvl="1" indent="-343080">
              <a:lnSpc>
                <a:spcPct val="90000"/>
              </a:lnSpc>
              <a:spcBef>
                <a:spcPts val="499"/>
              </a:spcBef>
              <a:buClr>
                <a:srgbClr val="FFFFFF"/>
              </a:buClr>
              <a:buFont typeface="Arial"/>
              <a:buChar char="•"/>
            </a:pPr>
            <a:r>
              <a:rPr lang="es-ES" sz="2400" b="0" strike="noStrike" spc="-1">
                <a:solidFill>
                  <a:srgbClr val="FFFFFF"/>
                </a:solidFill>
                <a:latin typeface="Calibri"/>
              </a:rPr>
              <a:t>Administrar el uso de los dispositivos E/S.</a:t>
            </a:r>
            <a:endParaRPr lang="es-US" sz="2400" b="0" strike="noStrike" spc="-1">
              <a:latin typeface="Arial"/>
            </a:endParaRPr>
          </a:p>
          <a:p>
            <a:pPr marL="800280" lvl="1" indent="-343080">
              <a:lnSpc>
                <a:spcPct val="90000"/>
              </a:lnSpc>
              <a:spcBef>
                <a:spcPts val="499"/>
              </a:spcBef>
              <a:buClr>
                <a:srgbClr val="FFFFFF"/>
              </a:buClr>
              <a:buFont typeface="Arial"/>
              <a:buChar char="•"/>
            </a:pPr>
            <a:r>
              <a:rPr lang="es-ES" sz="2400" b="0" strike="noStrike" spc="-1">
                <a:solidFill>
                  <a:srgbClr val="FFFFFF"/>
                </a:solidFill>
                <a:latin typeface="Calibri"/>
              </a:rPr>
              <a:t>Apoyar la ejecución de los programas.</a:t>
            </a:r>
            <a:endParaRPr lang="es-US" sz="24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38" name="PlaceHolder 2"/>
          <p:cNvSpPr>
            <a:spLocks noGrp="1"/>
          </p:cNvSpPr>
          <p:nvPr>
            <p:ph type="subTitle"/>
          </p:nvPr>
        </p:nvSpPr>
        <p:spPr>
          <a:xfrm>
            <a:off x="1012320" y="1632960"/>
            <a:ext cx="10463760" cy="3816000"/>
          </a:xfrm>
          <a:prstGeom prst="rect">
            <a:avLst/>
          </a:prstGeom>
          <a:noFill/>
          <a:ln w="0">
            <a:noFill/>
          </a:ln>
        </p:spPr>
        <p:txBody>
          <a:bodyPr anchor="t">
            <a:normAutofit fontScale="975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Breve historia:</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Primera generación: Tubos de vacio y tableros enchufables (1945-55).</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Segunda generación: Transistores y sistemas de lotes (1955-65).</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Tercera generación: Circuitos integrados y multiprogramación (1965-1980).</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Cuarta generación: Circuitos integrados a gran escala y aparición de los ‘PC’.</a:t>
            </a:r>
            <a:endParaRPr lang="es-US" sz="3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9"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40" name="PlaceHolder 2"/>
          <p:cNvSpPr>
            <a:spLocks noGrp="1"/>
          </p:cNvSpPr>
          <p:nvPr>
            <p:ph type="subTitle"/>
          </p:nvPr>
        </p:nvSpPr>
        <p:spPr>
          <a:xfrm>
            <a:off x="1012320" y="1632960"/>
            <a:ext cx="10463760" cy="3816000"/>
          </a:xfrm>
          <a:prstGeom prst="rect">
            <a:avLst/>
          </a:prstGeom>
          <a:noFill/>
          <a:ln w="0">
            <a:noFill/>
          </a:ln>
        </p:spPr>
        <p:txBody>
          <a:bodyPr anchor="t">
            <a:normAutofit fontScale="995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Aparición de los primeros sistemas operativos: Software de código abierto, dependiente del harware.</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Evolución hacia la independencia del hardware: OS/360 de IBM. CTSS de MIT</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Aparición de MULTICS (MIT, Bell Labs y General Electric)</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Evolución hacia UNICS (UNIX)</a:t>
            </a:r>
            <a:endParaRPr lang="es-US" sz="36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41"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42" name="PlaceHolder 2"/>
          <p:cNvSpPr>
            <a:spLocks noGrp="1"/>
          </p:cNvSpPr>
          <p:nvPr>
            <p:ph type="subTitle"/>
          </p:nvPr>
        </p:nvSpPr>
        <p:spPr>
          <a:xfrm>
            <a:off x="1012320" y="1632960"/>
            <a:ext cx="10463760" cy="3816000"/>
          </a:xfrm>
          <a:prstGeom prst="rect">
            <a:avLst/>
          </a:prstGeom>
          <a:noFill/>
          <a:ln w="0">
            <a:noFill/>
          </a:ln>
        </p:spPr>
        <p:txBody>
          <a:bodyPr anchor="t">
            <a:normAutofit fontScale="800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Aparición de los ordenadores personales (decada de los 70):</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Z80</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8086/8088 (IBM)</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Motorola 68000 (Apple)</a:t>
            </a:r>
            <a:endParaRPr lang="es-US" sz="32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Aparición de los sistemas operativos propietarios a finales de los 60:</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UNIX</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CP/M</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MS-DOS</a:t>
            </a:r>
            <a:endParaRPr lang="es-US" sz="32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43"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44" name="PlaceHolder 2"/>
          <p:cNvSpPr>
            <a:spLocks noGrp="1"/>
          </p:cNvSpPr>
          <p:nvPr>
            <p:ph type="subTitle"/>
          </p:nvPr>
        </p:nvSpPr>
        <p:spPr>
          <a:xfrm>
            <a:off x="1012320" y="1632960"/>
            <a:ext cx="10463760" cy="3816000"/>
          </a:xfrm>
          <a:prstGeom prst="rect">
            <a:avLst/>
          </a:prstGeom>
          <a:noFill/>
          <a:ln w="0">
            <a:noFill/>
          </a:ln>
        </p:spPr>
        <p:txBody>
          <a:bodyPr anchor="t">
            <a:normAutofit fontScale="975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Evolución de los SS.OO. UNIX:</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UNIX III / UNIX V (AT&amp;T)</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BSD (Berkeley)</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AIX (Licencia UNIX III a IBM)</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SCO Unix (Santa Cruz Operation)</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XENIX (Licencia de AT&amp;T a Microsoft)</a:t>
            </a:r>
            <a:endParaRPr lang="es-US" sz="32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Aparición de interfaces gráficas</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	HP-UX / Solaris / Mac OS X</a:t>
            </a:r>
            <a:endParaRPr lang="es-US" sz="32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46" name="PlaceHolder 2"/>
          <p:cNvSpPr>
            <a:spLocks noGrp="1"/>
          </p:cNvSpPr>
          <p:nvPr>
            <p:ph type="subTitle"/>
          </p:nvPr>
        </p:nvSpPr>
        <p:spPr>
          <a:xfrm>
            <a:off x="1012320" y="1632960"/>
            <a:ext cx="10463760" cy="3816000"/>
          </a:xfrm>
          <a:prstGeom prst="rect">
            <a:avLst/>
          </a:prstGeom>
          <a:noFill/>
          <a:ln w="0">
            <a:noFill/>
          </a:ln>
        </p:spPr>
        <p:txBody>
          <a:bodyPr anchor="t">
            <a:normAutofit fontScale="805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Proyecto GNU (1983) y la Free Software Fundation (FSF):</a:t>
            </a:r>
            <a:endParaRPr lang="es-US" sz="3600" b="0" strike="noStrike" spc="-1">
              <a:latin typeface="Arial"/>
            </a:endParaRPr>
          </a:p>
          <a:p>
            <a:pPr marL="457200">
              <a:lnSpc>
                <a:spcPct val="90000"/>
              </a:lnSpc>
              <a:spcBef>
                <a:spcPts val="499"/>
              </a:spcBef>
              <a:buNone/>
              <a:tabLst>
                <a:tab pos="0" algn="l"/>
              </a:tabLst>
            </a:pPr>
            <a:r>
              <a:rPr lang="es-ES" sz="3200" b="0" strike="noStrike" spc="-1">
                <a:solidFill>
                  <a:srgbClr val="FFFFFF"/>
                </a:solidFill>
                <a:latin typeface="Calibri"/>
              </a:rPr>
              <a:t>El usuario tendrá...</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 Libertad (0) para usar el programa para cualquier propósito.</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 libertad (1) para estudiar como funciona el programa y adaptarlo a las propias necesidades.</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 libertad (2) para distribuir copias del software ayudando al vecino.</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 libertad (3) para mejorar el programa y hacer públicas las propias mejoras, en beneficio de toda la comunidad.</a:t>
            </a:r>
            <a:r>
              <a:rPr lang="es-ES" sz="3600" b="0" strike="noStrike" spc="-1">
                <a:solidFill>
                  <a:srgbClr val="FFFFFF"/>
                </a:solidFill>
                <a:latin typeface="Calibri"/>
              </a:rPr>
              <a:t>	</a:t>
            </a:r>
            <a:endParaRPr lang="es-US" sz="3600" b="0" strike="noStrike" spc="-1">
              <a:latin typeface="Arial"/>
            </a:endParaRPr>
          </a:p>
          <a:p>
            <a:pPr marL="457200">
              <a:lnSpc>
                <a:spcPct val="90000"/>
              </a:lnSpc>
              <a:spcBef>
                <a:spcPts val="499"/>
              </a:spcBef>
              <a:buNone/>
              <a:tabLst>
                <a:tab pos="0" algn="l"/>
              </a:tabLst>
            </a:pPr>
            <a:r>
              <a:rPr lang="es-ES" sz="3200" b="0" strike="noStrike" spc="-1">
                <a:solidFill>
                  <a:srgbClr val="FFFFFF"/>
                </a:solidFill>
                <a:latin typeface="Calibri"/>
              </a:rPr>
              <a:t>Son precondiciones de la libertad 1 y 3 el acceso al código fuente.</a:t>
            </a:r>
            <a:endParaRPr lang="es-US" sz="3200" b="0" strike="noStrike" spc="-1">
              <a:latin typeface="Arial"/>
            </a:endParaRPr>
          </a:p>
          <a:p>
            <a:pPr marL="343080" indent="-343080">
              <a:lnSpc>
                <a:spcPct val="90000"/>
              </a:lnSpc>
              <a:spcBef>
                <a:spcPts val="1001"/>
              </a:spcBef>
              <a:buClr>
                <a:srgbClr val="FFFFFF"/>
              </a:buClr>
              <a:buFont typeface="Arial"/>
              <a:buChar char="•"/>
              <a:tabLst>
                <a:tab pos="0" algn="l"/>
              </a:tabLst>
            </a:pPr>
            <a:r>
              <a:rPr lang="es-ES" sz="3600" b="0" strike="noStrike" spc="-1">
                <a:solidFill>
                  <a:srgbClr val="FFFFFF"/>
                </a:solidFill>
                <a:latin typeface="Calibri"/>
              </a:rPr>
              <a:t>Licencias GPL.</a:t>
            </a:r>
            <a:endParaRPr lang="es-US" sz="36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48" name="PlaceHolder 2"/>
          <p:cNvSpPr>
            <a:spLocks noGrp="1"/>
          </p:cNvSpPr>
          <p:nvPr>
            <p:ph type="subTitle"/>
          </p:nvPr>
        </p:nvSpPr>
        <p:spPr>
          <a:xfrm>
            <a:off x="1012320" y="1632960"/>
            <a:ext cx="10463760" cy="3816000"/>
          </a:xfrm>
          <a:prstGeom prst="rect">
            <a:avLst/>
          </a:prstGeom>
          <a:noFill/>
          <a:ln w="0">
            <a:noFill/>
          </a:ln>
        </p:spPr>
        <p:txBody>
          <a:bodyPr anchor="t">
            <a:normAutofit/>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Propósito del proyecto GNU.</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Creación de un sistema operativo de código abierto.</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Similar a UNIX.</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Modular: Librerías + Aplicaciones + Kernel.</a:t>
            </a:r>
            <a:endParaRPr lang="es-US" sz="32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49"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50" name="PlaceHolder 2"/>
          <p:cNvSpPr>
            <a:spLocks noGrp="1"/>
          </p:cNvSpPr>
          <p:nvPr>
            <p:ph type="subTitle"/>
          </p:nvPr>
        </p:nvSpPr>
        <p:spPr>
          <a:xfrm>
            <a:off x="1012320" y="1632960"/>
            <a:ext cx="10463760" cy="3816000"/>
          </a:xfrm>
          <a:prstGeom prst="rect">
            <a:avLst/>
          </a:prstGeom>
          <a:noFill/>
          <a:ln w="0">
            <a:noFill/>
          </a:ln>
        </p:spPr>
        <p:txBody>
          <a:bodyPr anchor="t">
            <a:normAutofit/>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Desarrollo de MINIX (1987)</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Desarrollo de Linux (1991-94)</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Integración de Linux en el proyecto GNU: GNU/Linux</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Consola / Entornos gráficos</a:t>
            </a:r>
            <a:endParaRPr lang="es-US" sz="3600" b="0" strike="noStrike" spc="-1">
              <a:latin typeface="Arial"/>
            </a:endParaRPr>
          </a:p>
        </p:txBody>
      </p:sp>
      <p:pic>
        <p:nvPicPr>
          <p:cNvPr id="151" name="Picture 2"/>
          <p:cNvPicPr/>
          <p:nvPr/>
        </p:nvPicPr>
        <p:blipFill>
          <a:blip r:embed="rId3"/>
          <a:stretch/>
        </p:blipFill>
        <p:spPr>
          <a:xfrm>
            <a:off x="7664760" y="3695400"/>
            <a:ext cx="2312640" cy="274068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53" name="TextBox 8"/>
          <p:cNvSpPr/>
          <p:nvPr/>
        </p:nvSpPr>
        <p:spPr>
          <a:xfrm>
            <a:off x="3238560" y="6117840"/>
            <a:ext cx="609768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Calibri"/>
              </a:rPr>
              <a:t>https://en.wikipedia.org/wiki/File:Unix_timeline.en.svg</a:t>
            </a:r>
            <a:endParaRPr lang="es-US" sz="1800" b="0" strike="noStrike" spc="-1">
              <a:latin typeface="Arial"/>
            </a:endParaRPr>
          </a:p>
        </p:txBody>
      </p:sp>
      <p:pic>
        <p:nvPicPr>
          <p:cNvPr id="154" name="Picture 4"/>
          <p:cNvPicPr/>
          <p:nvPr/>
        </p:nvPicPr>
        <p:blipFill>
          <a:blip r:embed="rId3"/>
          <a:stretch/>
        </p:blipFill>
        <p:spPr>
          <a:xfrm>
            <a:off x="2886480" y="1511280"/>
            <a:ext cx="6449760" cy="450360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56" name="PlaceHolder 2"/>
          <p:cNvSpPr>
            <a:spLocks noGrp="1"/>
          </p:cNvSpPr>
          <p:nvPr>
            <p:ph type="subTitle"/>
          </p:nvPr>
        </p:nvSpPr>
        <p:spPr>
          <a:xfrm>
            <a:off x="1012320" y="1632960"/>
            <a:ext cx="10548000" cy="4359240"/>
          </a:xfrm>
          <a:prstGeom prst="rect">
            <a:avLst/>
          </a:prstGeom>
          <a:noFill/>
          <a:ln w="0">
            <a:noFill/>
          </a:ln>
        </p:spPr>
        <p:txBody>
          <a:bodyPr anchor="t">
            <a:normAutofit fontScale="630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Free Software Fundation.</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Open Source initiative.</a:t>
            </a:r>
            <a:endParaRPr lang="es-US" sz="3600" b="0" strike="noStrike" spc="-1">
              <a:latin typeface="Arial"/>
            </a:endParaRPr>
          </a:p>
          <a:p>
            <a:pPr marL="457200">
              <a:lnSpc>
                <a:spcPct val="90000"/>
              </a:lnSpc>
              <a:spcBef>
                <a:spcPts val="499"/>
              </a:spcBef>
              <a:buNone/>
              <a:tabLst>
                <a:tab pos="0" algn="l"/>
              </a:tabLst>
            </a:pPr>
            <a:r>
              <a:rPr lang="es-ES" sz="3200" b="0" u="sng" strike="noStrike" spc="-1">
                <a:solidFill>
                  <a:srgbClr val="0563C1"/>
                </a:solidFill>
                <a:uFillTx/>
                <a:latin typeface="Calibri"/>
                <a:hlinkClick r:id="rId3"/>
              </a:rPr>
              <a:t>http://www.opensource.org/docs/osd</a:t>
            </a:r>
            <a:endParaRPr lang="es-US" sz="3200" b="0" strike="noStrike" spc="-1">
              <a:latin typeface="Arial"/>
            </a:endParaRPr>
          </a:p>
          <a:p>
            <a:pPr marL="457200">
              <a:lnSpc>
                <a:spcPct val="90000"/>
              </a:lnSpc>
              <a:spcBef>
                <a:spcPts val="499"/>
              </a:spcBef>
              <a:buNone/>
              <a:tabLst>
                <a:tab pos="0" algn="l"/>
              </a:tabLst>
            </a:pP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Libre redistribución. </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Código fuente. </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Trabajos derivados.</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Integridad del código de los autores.</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Ninguna discriminación contra personas o grupos.</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Ninguna discriminación contra áreas de iniciativa.</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Distribución de la licencia.</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La licencia no debe restringir otro software.</a:t>
            </a:r>
            <a:endParaRPr lang="es-US" sz="3200" b="0" strike="noStrike" spc="-1">
              <a:latin typeface="Arial"/>
            </a:endParaRPr>
          </a:p>
          <a:p>
            <a:pPr marL="800280" lvl="1" indent="-343080">
              <a:lnSpc>
                <a:spcPct val="90000"/>
              </a:lnSpc>
              <a:spcBef>
                <a:spcPts val="499"/>
              </a:spcBef>
              <a:buClr>
                <a:srgbClr val="FFFFFF"/>
              </a:buClr>
              <a:buFont typeface="Arial"/>
              <a:buChar char="•"/>
              <a:tabLst>
                <a:tab pos="0" algn="l"/>
              </a:tabLst>
            </a:pPr>
            <a:r>
              <a:rPr lang="es-ES" sz="3200" b="0" strike="noStrike" spc="-1">
                <a:solidFill>
                  <a:srgbClr val="FFFFFF"/>
                </a:solidFill>
                <a:latin typeface="Calibri"/>
              </a:rPr>
              <a:t>La licencia debe ser tecnológicamente neutral.</a:t>
            </a:r>
            <a:endParaRPr lang="es-US" sz="32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1523880" y="555480"/>
            <a:ext cx="9143640" cy="853200"/>
          </a:xfrm>
          <a:prstGeom prst="rect">
            <a:avLst/>
          </a:prstGeom>
          <a:noFill/>
          <a:ln w="0">
            <a:noFill/>
          </a:ln>
        </p:spPr>
        <p:txBody>
          <a:bodyPr anchor="b">
            <a:normAutofit fontScale="92000"/>
          </a:bodyPr>
          <a:lstStyle/>
          <a:p>
            <a:pPr algn="ctr">
              <a:lnSpc>
                <a:spcPct val="90000"/>
              </a:lnSpc>
              <a:buNone/>
            </a:pPr>
            <a:r>
              <a:rPr lang="es-PY" sz="6000" b="0" strike="noStrike" spc="-1">
                <a:solidFill>
                  <a:srgbClr val="FFFFFF"/>
                </a:solidFill>
                <a:latin typeface="Calibri Light"/>
              </a:rPr>
              <a:t>Introducción</a:t>
            </a:r>
            <a:endParaRPr lang="es-PY" sz="6000" b="0" strike="noStrike" spc="-1">
              <a:solidFill>
                <a:srgbClr val="000000"/>
              </a:solidFill>
              <a:latin typeface="Calibri"/>
            </a:endParaRPr>
          </a:p>
        </p:txBody>
      </p:sp>
      <p:sp>
        <p:nvSpPr>
          <p:cNvPr id="158" name="PlaceHolder 2"/>
          <p:cNvSpPr>
            <a:spLocks noGrp="1"/>
          </p:cNvSpPr>
          <p:nvPr>
            <p:ph type="subTitle"/>
          </p:nvPr>
        </p:nvSpPr>
        <p:spPr>
          <a:xfrm>
            <a:off x="1012320" y="1632960"/>
            <a:ext cx="10548000" cy="4359240"/>
          </a:xfrm>
          <a:prstGeom prst="rect">
            <a:avLst/>
          </a:prstGeom>
          <a:noFill/>
          <a:ln w="0">
            <a:noFill/>
          </a:ln>
        </p:spPr>
        <p:txBody>
          <a:bodyPr anchor="t">
            <a:normAutofit fontScale="96500" lnSpcReduction="10000"/>
          </a:bodyPr>
          <a:lstStyle/>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Productores de software libre:</a:t>
            </a:r>
            <a:endParaRPr lang="es-US" sz="36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Grandes compañías.</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IBM / ORACLE</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Voluntarios.</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Universidades.</a:t>
            </a:r>
            <a:endParaRPr lang="es-US" sz="3200" b="0" strike="noStrike" spc="-1">
              <a:latin typeface="Arial"/>
            </a:endParaRPr>
          </a:p>
          <a:p>
            <a:pPr marL="343080" indent="-343080">
              <a:lnSpc>
                <a:spcPct val="90000"/>
              </a:lnSpc>
              <a:spcBef>
                <a:spcPts val="1001"/>
              </a:spcBef>
              <a:buClr>
                <a:srgbClr val="FFFFFF"/>
              </a:buClr>
              <a:buFont typeface="Arial"/>
              <a:buChar char="•"/>
            </a:pPr>
            <a:r>
              <a:rPr lang="es-ES" sz="3600" b="0" strike="noStrike" spc="-1">
                <a:solidFill>
                  <a:srgbClr val="FFFFFF"/>
                </a:solidFill>
                <a:latin typeface="Calibri"/>
              </a:rPr>
              <a:t>Financiación:</a:t>
            </a:r>
            <a:endParaRPr lang="es-US" sz="36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Venta de productos y servicios.</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Patrocinios.</a:t>
            </a:r>
            <a:endParaRPr lang="es-US" sz="3200" b="0" strike="noStrike" spc="-1">
              <a:latin typeface="Arial"/>
            </a:endParaRPr>
          </a:p>
          <a:p>
            <a:pPr marL="800280" lvl="1" indent="-343080">
              <a:lnSpc>
                <a:spcPct val="90000"/>
              </a:lnSpc>
              <a:spcBef>
                <a:spcPts val="499"/>
              </a:spcBef>
              <a:buClr>
                <a:srgbClr val="FFFFFF"/>
              </a:buClr>
              <a:buFont typeface="Arial"/>
              <a:buChar char="•"/>
            </a:pPr>
            <a:r>
              <a:rPr lang="es-ES" sz="3200" b="0" strike="noStrike" spc="-1">
                <a:solidFill>
                  <a:srgbClr val="FFFFFF"/>
                </a:solidFill>
                <a:latin typeface="Calibri"/>
              </a:rPr>
              <a:t>Fuentes de financiación públicas.</a:t>
            </a:r>
            <a:endParaRPr lang="es-US" sz="32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853200" y="3704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Introducción </a:t>
            </a:r>
            <a:br/>
            <a:r>
              <a:rPr lang="es-PY" sz="1100" b="0" strike="noStrike" spc="-1">
                <a:solidFill>
                  <a:srgbClr val="FFFFFF"/>
                </a:solidFill>
                <a:latin typeface="Calibri Light"/>
              </a:rPr>
              <a:t> </a:t>
            </a:r>
            <a:br/>
            <a:r>
              <a:rPr lang="es-PY" sz="3200" b="0" strike="noStrike" spc="-1">
                <a:solidFill>
                  <a:srgbClr val="FFFFFF"/>
                </a:solidFill>
                <a:latin typeface="Calibri Light"/>
              </a:rPr>
              <a:t>Distribuciones GNU Linux populares</a:t>
            </a:r>
            <a:endParaRPr lang="es-PY" sz="3200" b="0" strike="noStrike" spc="-1">
              <a:solidFill>
                <a:srgbClr val="000000"/>
              </a:solidFill>
              <a:latin typeface="Calibri"/>
            </a:endParaRPr>
          </a:p>
        </p:txBody>
      </p:sp>
      <p:sp>
        <p:nvSpPr>
          <p:cNvPr id="160" name="PlaceHolder 2"/>
          <p:cNvSpPr>
            <a:spLocks noGrp="1"/>
          </p:cNvSpPr>
          <p:nvPr>
            <p:ph/>
          </p:nvPr>
        </p:nvSpPr>
        <p:spPr>
          <a:xfrm>
            <a:off x="838080" y="2227680"/>
            <a:ext cx="4959000" cy="39488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Ubuntu</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Red Hat</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s-ES" sz="2800" b="0" strike="noStrike" spc="-1">
                <a:solidFill>
                  <a:srgbClr val="FFFFFF"/>
                </a:solidFill>
                <a:latin typeface="Calibri"/>
              </a:rPr>
              <a:t>Debian</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s-ES" sz="2800" b="0" strike="noStrike" spc="-1">
                <a:solidFill>
                  <a:srgbClr val="FFFFFF"/>
                </a:solidFill>
                <a:latin typeface="Calibri"/>
              </a:rPr>
              <a:t>Mint   </a:t>
            </a:r>
            <a:endParaRPr lang="es-PY" sz="2800" b="0" strike="noStrike" spc="-1">
              <a:solidFill>
                <a:srgbClr val="000000"/>
              </a:solidFill>
              <a:latin typeface="Calibri"/>
            </a:endParaRPr>
          </a:p>
        </p:txBody>
      </p:sp>
      <p:sp>
        <p:nvSpPr>
          <p:cNvPr id="161" name="PlaceHolder 3"/>
          <p:cNvSpPr>
            <a:spLocks noGrp="1"/>
          </p:cNvSpPr>
          <p:nvPr>
            <p:ph/>
          </p:nvPr>
        </p:nvSpPr>
        <p:spPr>
          <a:xfrm>
            <a:off x="6108840" y="2227680"/>
            <a:ext cx="5181120" cy="435096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Fedora</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SuSE</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Manjaro</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Arch Linux   </a:t>
            </a:r>
            <a:endParaRPr lang="es-PY" sz="2800" b="0" strike="noStrike" spc="-1">
              <a:solidFill>
                <a:srgbClr val="000000"/>
              </a:solidFill>
              <a:latin typeface="Calibri"/>
            </a:endParaRPr>
          </a:p>
        </p:txBody>
      </p:sp>
      <p:pic>
        <p:nvPicPr>
          <p:cNvPr id="162" name="Picture 6"/>
          <p:cNvPicPr/>
          <p:nvPr/>
        </p:nvPicPr>
        <p:blipFill>
          <a:blip r:embed="rId4"/>
          <a:stretch/>
        </p:blipFill>
        <p:spPr>
          <a:xfrm>
            <a:off x="3201120" y="1961640"/>
            <a:ext cx="761760" cy="761760"/>
          </a:xfrm>
          <a:prstGeom prst="rect">
            <a:avLst/>
          </a:prstGeom>
          <a:ln w="0">
            <a:noFill/>
          </a:ln>
        </p:spPr>
      </p:pic>
      <p:pic>
        <p:nvPicPr>
          <p:cNvPr id="163" name="Picture 7"/>
          <p:cNvPicPr/>
          <p:nvPr/>
        </p:nvPicPr>
        <p:blipFill>
          <a:blip r:embed="rId5"/>
          <a:stretch/>
        </p:blipFill>
        <p:spPr>
          <a:xfrm>
            <a:off x="3248640" y="3003840"/>
            <a:ext cx="666360" cy="742680"/>
          </a:xfrm>
          <a:prstGeom prst="rect">
            <a:avLst/>
          </a:prstGeom>
          <a:ln w="0">
            <a:noFill/>
          </a:ln>
        </p:spPr>
      </p:pic>
      <p:pic>
        <p:nvPicPr>
          <p:cNvPr id="164" name="Picture 8"/>
          <p:cNvPicPr/>
          <p:nvPr/>
        </p:nvPicPr>
        <p:blipFill>
          <a:blip r:embed="rId6"/>
          <a:stretch/>
        </p:blipFill>
        <p:spPr>
          <a:xfrm>
            <a:off x="8450640" y="2070720"/>
            <a:ext cx="1714320" cy="771120"/>
          </a:xfrm>
          <a:prstGeom prst="rect">
            <a:avLst/>
          </a:prstGeom>
          <a:ln w="0">
            <a:noFill/>
          </a:ln>
        </p:spPr>
      </p:pic>
      <p:pic>
        <p:nvPicPr>
          <p:cNvPr id="165" name="Picture 9"/>
          <p:cNvPicPr/>
          <p:nvPr/>
        </p:nvPicPr>
        <p:blipFill>
          <a:blip r:embed="rId7"/>
          <a:stretch/>
        </p:blipFill>
        <p:spPr>
          <a:xfrm>
            <a:off x="8693640" y="3107880"/>
            <a:ext cx="1228320" cy="809280"/>
          </a:xfrm>
          <a:prstGeom prst="rect">
            <a:avLst/>
          </a:prstGeom>
          <a:ln w="0">
            <a:noFill/>
          </a:ln>
        </p:spPr>
      </p:pic>
      <p:pic>
        <p:nvPicPr>
          <p:cNvPr id="166" name="Picture 10"/>
          <p:cNvPicPr/>
          <p:nvPr/>
        </p:nvPicPr>
        <p:blipFill>
          <a:blip r:embed="rId8"/>
          <a:stretch/>
        </p:blipFill>
        <p:spPr>
          <a:xfrm>
            <a:off x="3267000" y="4012920"/>
            <a:ext cx="630000" cy="780840"/>
          </a:xfrm>
          <a:prstGeom prst="rect">
            <a:avLst/>
          </a:prstGeom>
          <a:ln w="0">
            <a:noFill/>
          </a:ln>
        </p:spPr>
      </p:pic>
      <p:pic>
        <p:nvPicPr>
          <p:cNvPr id="167" name="Picture 4" descr="Se lanza Manjaro Linux 15.12 &quot;Capella&quot; - Windtux"/>
          <p:cNvPicPr/>
          <p:nvPr/>
        </p:nvPicPr>
        <p:blipFill>
          <a:blip r:embed="rId9"/>
          <a:stretch/>
        </p:blipFill>
        <p:spPr>
          <a:xfrm>
            <a:off x="8401680" y="4279320"/>
            <a:ext cx="1752120" cy="514080"/>
          </a:xfrm>
          <a:prstGeom prst="rect">
            <a:avLst/>
          </a:prstGeom>
          <a:ln w="0">
            <a:noFill/>
          </a:ln>
        </p:spPr>
      </p:pic>
      <p:pic>
        <p:nvPicPr>
          <p:cNvPr id="168" name="Picture 6" descr="Arch Linux - Artwork"/>
          <p:cNvPicPr/>
          <p:nvPr/>
        </p:nvPicPr>
        <p:blipFill>
          <a:blip r:embed="rId10"/>
          <a:stretch/>
        </p:blipFill>
        <p:spPr>
          <a:xfrm>
            <a:off x="8565120" y="5194800"/>
            <a:ext cx="1485720" cy="491040"/>
          </a:xfrm>
          <a:prstGeom prst="rect">
            <a:avLst/>
          </a:prstGeom>
          <a:ln w="0">
            <a:noFill/>
          </a:ln>
        </p:spPr>
      </p:pic>
      <p:pic>
        <p:nvPicPr>
          <p:cNvPr id="169" name="Picture 10" descr="imagen png - imagen transparente descarga gratuita"/>
          <p:cNvPicPr/>
          <p:nvPr/>
        </p:nvPicPr>
        <p:blipFill>
          <a:blip r:embed="rId11"/>
          <a:stretch/>
        </p:blipFill>
        <p:spPr>
          <a:xfrm>
            <a:off x="3194640" y="5194800"/>
            <a:ext cx="688320" cy="59688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15240" cy="1325160"/>
          </a:xfrm>
          <a:prstGeom prst="rect">
            <a:avLst/>
          </a:prstGeom>
          <a:noFill/>
          <a:ln w="0">
            <a:noFill/>
          </a:ln>
        </p:spPr>
        <p:txBody>
          <a:bodyPr anchor="ctr">
            <a:normAutofit fontScale="90000"/>
          </a:bodyPr>
          <a:lstStyle/>
          <a:p>
            <a:pPr algn="ctr">
              <a:lnSpc>
                <a:spcPct val="90000"/>
              </a:lnSpc>
              <a:buNone/>
            </a:pPr>
            <a:r>
              <a:rPr lang="es-PY" sz="4400" b="0" strike="noStrike" spc="-1">
                <a:solidFill>
                  <a:srgbClr val="FFFFFF"/>
                </a:solidFill>
                <a:latin typeface="Calibri Light"/>
              </a:rPr>
              <a:t>Introducción</a:t>
            </a:r>
            <a:br/>
            <a:r>
              <a:rPr lang="es-PY" sz="1600" b="0" strike="noStrike" spc="-1">
                <a:solidFill>
                  <a:srgbClr val="FFFFFF"/>
                </a:solidFill>
                <a:latin typeface="Calibri Light"/>
              </a:rPr>
              <a:t> </a:t>
            </a:r>
            <a:br/>
            <a:r>
              <a:rPr lang="es-PY" sz="4000" b="0" strike="noStrike" spc="-1">
                <a:solidFill>
                  <a:srgbClr val="FFFFFF"/>
                </a:solidFill>
                <a:latin typeface="Calibri Light"/>
              </a:rPr>
              <a:t>Evaluación / Instalación </a:t>
            </a:r>
            <a:endParaRPr lang="es-PY" sz="4000" b="0" strike="noStrike" spc="-1">
              <a:solidFill>
                <a:srgbClr val="000000"/>
              </a:solidFill>
              <a:latin typeface="Calibri"/>
            </a:endParaRPr>
          </a:p>
        </p:txBody>
      </p:sp>
      <p:sp>
        <p:nvSpPr>
          <p:cNvPr id="171" name="PlaceHolder 2"/>
          <p:cNvSpPr>
            <a:spLocks noGrp="1"/>
          </p:cNvSpPr>
          <p:nvPr>
            <p:ph/>
          </p:nvPr>
        </p:nvSpPr>
        <p:spPr>
          <a:xfrm>
            <a:off x="838080" y="2199960"/>
            <a:ext cx="10515240" cy="3976920"/>
          </a:xfrm>
          <a:prstGeom prst="rect">
            <a:avLst/>
          </a:prstGeom>
          <a:noFill/>
          <a:ln w="0">
            <a:noFill/>
          </a:ln>
        </p:spPr>
        <p:txBody>
          <a:bodyPr anchor="t">
            <a:noAutofit/>
          </a:bodyPr>
          <a:lstStyle/>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Como Live CD o Live DVD, más genéricamente Live Distro</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En partición o en máquina virtual en la PC</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En una máquina virtual en un proveedor de la nube</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Ejemplo en Google Colab: </a:t>
            </a:r>
            <a:endParaRPr lang="es-PY" sz="2400" b="0" strike="noStrike" spc="-1">
              <a:solidFill>
                <a:srgbClr val="000000"/>
              </a:solidFill>
              <a:latin typeface="Calibri"/>
            </a:endParaRPr>
          </a:p>
          <a:p>
            <a:pPr marL="914400">
              <a:lnSpc>
                <a:spcPct val="90000"/>
              </a:lnSpc>
              <a:spcBef>
                <a:spcPts val="499"/>
              </a:spcBef>
              <a:buNone/>
              <a:tabLst>
                <a:tab pos="0" algn="l"/>
              </a:tabLst>
            </a:pPr>
            <a:r>
              <a:rPr lang="en-US" sz="2000" b="0" u="sng" strike="noStrike" spc="-1">
                <a:solidFill>
                  <a:srgbClr val="0563C1"/>
                </a:solidFill>
                <a:uFillTx/>
                <a:latin typeface="Calibri"/>
                <a:hlinkClick r:id="rId4"/>
              </a:rPr>
              <a:t>https://colab.research.google.com/github/infuseai/colab-xterm/blob/main/demo.ipynb</a:t>
            </a:r>
            <a:endParaRPr lang="es-PY" sz="20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2800" b="0" strike="noStrike" spc="-1">
                <a:solidFill>
                  <a:srgbClr val="FFFFFF"/>
                </a:solidFill>
                <a:latin typeface="Calibri"/>
              </a:rPr>
              <a:t>Usando Windows Subsystem for Linux (WSL) </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2800" b="0" strike="noStrike" spc="-1">
                <a:solidFill>
                  <a:srgbClr val="FFFFFF"/>
                </a:solidFill>
                <a:latin typeface="Calibri"/>
              </a:rPr>
              <a:t>Ejecutando una distro en un contenedor como Docker, Podman, etc.</a:t>
            </a:r>
            <a:endParaRPr lang="es-PY" sz="2800" b="0" strike="noStrike" spc="-1">
              <a:solidFill>
                <a:srgbClr val="000000"/>
              </a:solidFill>
              <a:latin typeface="Calibri"/>
            </a:endParaRPr>
          </a:p>
        </p:txBody>
      </p:sp>
      <p:sp>
        <p:nvSpPr>
          <p:cNvPr id="17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74" name="PlaceHolder 2"/>
          <p:cNvSpPr>
            <a:spLocks noGrp="1"/>
          </p:cNvSpPr>
          <p:nvPr>
            <p:ph/>
          </p:nvPr>
        </p:nvSpPr>
        <p:spPr>
          <a:xfrm>
            <a:off x="838080" y="2199960"/>
            <a:ext cx="10515240" cy="3976920"/>
          </a:xfrm>
          <a:prstGeom prst="rect">
            <a:avLst/>
          </a:prstGeom>
          <a:noFill/>
          <a:ln w="0">
            <a:noFill/>
          </a:ln>
        </p:spPr>
        <p:txBody>
          <a:bodyPr anchor="t">
            <a:noAutofit/>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Linux es un sistema operativo multiusuario y multitarea, esto es, que más de un usuario puede trabajar en el sistema de forma simultánea con otros, ejecutando una o más tareas a la vez.</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Login: Nombre de usuario y palabra clave.</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Tipos de usuarios: root, sistema y usuarios normales.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Archivos: /etc/passwd, /etc/group, /etc/shadow</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175"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77" name="PlaceHolder 2"/>
          <p:cNvSpPr>
            <a:spLocks noGrp="1"/>
          </p:cNvSpPr>
          <p:nvPr>
            <p:ph/>
          </p:nvPr>
        </p:nvSpPr>
        <p:spPr>
          <a:xfrm>
            <a:off x="685800" y="1690560"/>
            <a:ext cx="10515240" cy="3976920"/>
          </a:xfrm>
          <a:prstGeom prst="rect">
            <a:avLst/>
          </a:prstGeom>
          <a:noFill/>
          <a:ln w="0">
            <a:noFill/>
          </a:ln>
        </p:spPr>
        <p:txBody>
          <a:bodyPr anchor="t">
            <a:normAutofit fontScale="94000"/>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Usuarios: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/etc/passwd</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Analizar los diferentes elementos que se pueden ver en el fichero:</a:t>
            </a:r>
            <a:endParaRPr lang="es-PY" sz="2400" b="0" strike="noStrike" spc="-1">
              <a:solidFill>
                <a:srgbClr val="000000"/>
              </a:solidFill>
              <a:latin typeface="Calibri"/>
            </a:endParaRPr>
          </a:p>
          <a:p>
            <a:pPr>
              <a:lnSpc>
                <a:spcPct val="90000"/>
              </a:lnSpc>
              <a:spcBef>
                <a:spcPts val="1001"/>
              </a:spcBef>
              <a:buNone/>
              <a:tabLst>
                <a:tab pos="0" algn="l"/>
              </a:tabLst>
            </a:pPr>
            <a:endParaRPr lang="es-PY" sz="24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root:x:0:0:root:/root:/bin/bash</a:t>
            </a:r>
            <a:br/>
            <a:r>
              <a:rPr lang="en-US" sz="2800" b="0" strike="noStrike" spc="-1">
                <a:solidFill>
                  <a:srgbClr val="FFFFFF"/>
                </a:solidFill>
                <a:latin typeface="Calibri"/>
              </a:rPr>
              <a:t>daemon:x:1:1:daemon:/usr/sbin:/bin/sh</a:t>
            </a:r>
            <a:br/>
            <a:r>
              <a:rPr lang="en-US" sz="2800" b="0" strike="noStrike" spc="-1">
                <a:solidFill>
                  <a:srgbClr val="FFFFFF"/>
                </a:solidFill>
                <a:latin typeface="Calibri"/>
              </a:rPr>
              <a:t>bin:x:2:2:bin:/bin:/bin/sh</a:t>
            </a:r>
            <a:br/>
            <a:r>
              <a:rPr lang="en-US" sz="2800" b="0" strike="noStrike" spc="-1">
                <a:solidFill>
                  <a:srgbClr val="FFFFFF"/>
                </a:solidFill>
                <a:latin typeface="Calibri"/>
              </a:rPr>
              <a:t>sys:x:3:3:sys:/dev:/bin/sh</a:t>
            </a:r>
            <a:br/>
            <a:r>
              <a:rPr lang="en-US" sz="2800" b="0" strike="noStrike" spc="-1">
                <a:solidFill>
                  <a:srgbClr val="FFFFFF"/>
                </a:solidFill>
                <a:latin typeface="Calibri"/>
              </a:rPr>
              <a:t>sync:x:4:65534:sync:/bin:/bin/sync</a:t>
            </a:r>
            <a:br/>
            <a:r>
              <a:rPr lang="en-US" sz="2800" b="0" strike="noStrike" spc="-1">
                <a:solidFill>
                  <a:srgbClr val="FFFFFF"/>
                </a:solidFill>
                <a:latin typeface="Calibri"/>
              </a:rPr>
              <a:t>clases:x:1000:1000:LinuxCentro:/home/clases:/bin/bash </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p:txBody>
      </p:sp>
      <p:sp>
        <p:nvSpPr>
          <p:cNvPr id="178"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80"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pic>
        <p:nvPicPr>
          <p:cNvPr id="181" name="Picture 4"/>
          <p:cNvPicPr/>
          <p:nvPr/>
        </p:nvPicPr>
        <p:blipFill>
          <a:blip r:embed="rId4"/>
          <a:stretch/>
        </p:blipFill>
        <p:spPr>
          <a:xfrm>
            <a:off x="1360800" y="1690560"/>
            <a:ext cx="9470160" cy="412920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83" name="PlaceHolder 2"/>
          <p:cNvSpPr>
            <a:spLocks noGrp="1"/>
          </p:cNvSpPr>
          <p:nvPr>
            <p:ph/>
          </p:nvPr>
        </p:nvSpPr>
        <p:spPr>
          <a:xfrm>
            <a:off x="538920" y="1690560"/>
            <a:ext cx="10956240" cy="41054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Grupos: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/etc/groups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Analizar los diferentes elementos que se pueden ver en el archivo.</a:t>
            </a:r>
            <a:endParaRPr lang="es-PY" sz="2800" b="0" strike="noStrike" spc="-1">
              <a:solidFill>
                <a:srgbClr val="000000"/>
              </a:solidFill>
              <a:latin typeface="Calibri"/>
            </a:endParaRPr>
          </a:p>
          <a:p>
            <a:pPr>
              <a:lnSpc>
                <a:spcPct val="90000"/>
              </a:lnSpc>
              <a:spcBef>
                <a:spcPts val="1417"/>
              </a:spcBef>
              <a:buNone/>
            </a:pPr>
            <a:endParaRPr lang="es-PY" sz="2800" b="0" strike="noStrike" spc="-1">
              <a:solidFill>
                <a:srgbClr val="000000"/>
              </a:solidFill>
              <a:latin typeface="Calibri"/>
            </a:endParaRPr>
          </a:p>
          <a:p>
            <a:pPr marL="914400">
              <a:lnSpc>
                <a:spcPct val="90000"/>
              </a:lnSpc>
              <a:spcBef>
                <a:spcPts val="499"/>
              </a:spcBef>
              <a:buNone/>
              <a:tabLst>
                <a:tab pos="0" algn="l"/>
              </a:tabLst>
            </a:pPr>
            <a:r>
              <a:rPr lang="es-ES" sz="2400" b="0" strike="noStrike" spc="-1">
                <a:solidFill>
                  <a:srgbClr val="FFFFFF"/>
                </a:solidFill>
                <a:latin typeface="Calibri"/>
              </a:rPr>
              <a:t>root:x:0:root</a:t>
            </a:r>
            <a:br/>
            <a:r>
              <a:rPr lang="es-ES" sz="2400" b="0" strike="noStrike" spc="-1">
                <a:solidFill>
                  <a:srgbClr val="FFFFFF"/>
                </a:solidFill>
                <a:latin typeface="Calibri"/>
              </a:rPr>
              <a:t>bin:x:1:root,bin,daemon</a:t>
            </a:r>
            <a:br/>
            <a:r>
              <a:rPr lang="es-ES" sz="2400" b="0" strike="noStrike" spc="-1">
                <a:solidFill>
                  <a:srgbClr val="FFFFFF"/>
                </a:solidFill>
                <a:latin typeface="Calibri"/>
              </a:rPr>
              <a:t>daemon:x:2:root,bin,daemon</a:t>
            </a:r>
            <a:br/>
            <a:r>
              <a:rPr lang="es-ES" sz="2400" b="0" strike="noStrike" spc="-1">
                <a:solidFill>
                  <a:srgbClr val="FFFFFF"/>
                </a:solidFill>
                <a:latin typeface="Calibri"/>
              </a:rPr>
              <a:t>sys:x:3:root,bin,adm</a:t>
            </a:r>
            <a:br/>
            <a:r>
              <a:rPr lang="es-ES" sz="2400" b="0" strike="noStrike" spc="-1">
                <a:solidFill>
                  <a:srgbClr val="FFFFFF"/>
                </a:solidFill>
                <a:latin typeface="Calibri"/>
              </a:rPr>
              <a:t>clases:x:502: </a:t>
            </a:r>
            <a:endParaRPr lang="es-PY" sz="2400" b="0" strike="noStrike" spc="-1">
              <a:solidFill>
                <a:srgbClr val="000000"/>
              </a:solidFill>
              <a:latin typeface="Calibri"/>
            </a:endParaRPr>
          </a:p>
          <a:p>
            <a:pPr>
              <a:lnSpc>
                <a:spcPct val="90000"/>
              </a:lnSpc>
              <a:spcBef>
                <a:spcPts val="1001"/>
              </a:spcBef>
              <a:buNone/>
              <a:tabLst>
                <a:tab pos="0" algn="l"/>
              </a:tabLst>
            </a:pPr>
            <a:endParaRPr lang="es-PY" sz="2400" b="0" strike="noStrike" spc="-1">
              <a:solidFill>
                <a:srgbClr val="000000"/>
              </a:solidFill>
              <a:latin typeface="Calibri"/>
            </a:endParaRPr>
          </a:p>
        </p:txBody>
      </p:sp>
      <p:sp>
        <p:nvSpPr>
          <p:cNvPr id="184"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86"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pic>
        <p:nvPicPr>
          <p:cNvPr id="187" name="Picture 5"/>
          <p:cNvPicPr/>
          <p:nvPr/>
        </p:nvPicPr>
        <p:blipFill>
          <a:blip r:embed="rId4"/>
          <a:stretch/>
        </p:blipFill>
        <p:spPr>
          <a:xfrm>
            <a:off x="1234800" y="1553760"/>
            <a:ext cx="9722160" cy="405468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89" name="PlaceHolder 2"/>
          <p:cNvSpPr>
            <a:spLocks noGrp="1"/>
          </p:cNvSpPr>
          <p:nvPr>
            <p:ph/>
          </p:nvPr>
        </p:nvSpPr>
        <p:spPr>
          <a:xfrm>
            <a:off x="538920" y="1690560"/>
            <a:ext cx="10956240" cy="41054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Archivo ‘shadow’:</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root:$1$qvZCDFha$8CsNHHB/QDYlx3wDnZWzp/:12829:0:99999:7:::</a:t>
            </a:r>
            <a:br/>
            <a:r>
              <a:rPr lang="es-ES" sz="2800" b="0" strike="noStrike" spc="-1">
                <a:solidFill>
                  <a:srgbClr val="FFFFFF"/>
                </a:solidFill>
                <a:latin typeface="Calibri"/>
              </a:rPr>
              <a:t>bin:*:12829:0:99999:7:::</a:t>
            </a:r>
            <a:br/>
            <a:r>
              <a:rPr lang="es-ES" sz="2800" b="0" strike="noStrike" spc="-1">
                <a:solidFill>
                  <a:srgbClr val="FFFFFF"/>
                </a:solidFill>
                <a:latin typeface="Calibri"/>
              </a:rPr>
              <a:t>daemon:*:12829:0:99999:7:::</a:t>
            </a:r>
            <a:br/>
            <a:r>
              <a:rPr lang="es-ES" sz="2800" b="0" strike="noStrike" spc="-1">
                <a:solidFill>
                  <a:srgbClr val="FFFFFF"/>
                </a:solidFill>
                <a:latin typeface="Calibri"/>
              </a:rPr>
              <a:t>clases:$1$8Ne4Ij4r$th9obKXkR7iTZGj26jGUc/:12831:0:99999:7::: </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p:txBody>
      </p:sp>
      <p:sp>
        <p:nvSpPr>
          <p:cNvPr id="190"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9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pic>
        <p:nvPicPr>
          <p:cNvPr id="193" name="Picture 4"/>
          <p:cNvPicPr/>
          <p:nvPr/>
        </p:nvPicPr>
        <p:blipFill>
          <a:blip r:embed="rId4"/>
          <a:stretch/>
        </p:blipFill>
        <p:spPr>
          <a:xfrm>
            <a:off x="533880" y="1877760"/>
            <a:ext cx="10784160" cy="377604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95" name="PlaceHolder 2"/>
          <p:cNvSpPr>
            <a:spLocks noGrp="1"/>
          </p:cNvSpPr>
          <p:nvPr>
            <p:ph/>
          </p:nvPr>
        </p:nvSpPr>
        <p:spPr>
          <a:xfrm>
            <a:off x="538920" y="1690560"/>
            <a:ext cx="10956240" cy="41054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Usuarios: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Cambio de palabra clave (passwd)</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Nuevos usuarios (adduser/useradd)</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Usuario ‘especial’: root</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Eliminar usuarios (userdel)</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Otras órdenes (consultar con ‘man’)</a:t>
            </a:r>
            <a:endParaRPr lang="es-PY" sz="24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n-US" sz="2000" b="0" strike="noStrike" spc="-1">
                <a:solidFill>
                  <a:srgbClr val="FFFFFF"/>
                </a:solidFill>
                <a:latin typeface="Calibri"/>
              </a:rPr>
              <a:t>usermod</a:t>
            </a:r>
            <a:endParaRPr lang="es-PY" sz="2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n-US" sz="2000" b="0" strike="noStrike" spc="-1">
                <a:solidFill>
                  <a:srgbClr val="FFFFFF"/>
                </a:solidFill>
                <a:latin typeface="Calibri"/>
              </a:rPr>
              <a:t>chfn</a:t>
            </a:r>
            <a:endParaRPr lang="es-PY" sz="2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n-US" sz="2000" b="0" strike="noStrike" spc="-1">
                <a:solidFill>
                  <a:srgbClr val="FFFFFF"/>
                </a:solidFill>
                <a:latin typeface="Calibri"/>
              </a:rPr>
              <a:t>chsh</a:t>
            </a:r>
            <a:endParaRPr lang="es-PY" sz="2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n-US" sz="2000" b="0" strike="noStrike" spc="-1">
                <a:solidFill>
                  <a:srgbClr val="FFFFFF"/>
                </a:solidFill>
                <a:latin typeface="Calibri"/>
              </a:rPr>
              <a:t>chage</a:t>
            </a:r>
            <a:endParaRPr lang="es-PY" sz="2000" b="0" strike="noStrike" spc="-1">
              <a:solidFill>
                <a:srgbClr val="000000"/>
              </a:solidFill>
              <a:latin typeface="Calibri"/>
            </a:endParaRPr>
          </a:p>
          <a:p>
            <a:pPr>
              <a:lnSpc>
                <a:spcPct val="90000"/>
              </a:lnSpc>
              <a:spcBef>
                <a:spcPts val="1001"/>
              </a:spcBef>
              <a:buNone/>
            </a:pPr>
            <a:endParaRPr lang="es-PY" sz="2000" b="0" strike="noStrike" spc="-1">
              <a:solidFill>
                <a:srgbClr val="000000"/>
              </a:solidFill>
              <a:latin typeface="Calibri"/>
            </a:endParaRPr>
          </a:p>
        </p:txBody>
      </p:sp>
      <p:sp>
        <p:nvSpPr>
          <p:cNvPr id="196"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97"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198" name="PlaceHolder 2"/>
          <p:cNvSpPr>
            <a:spLocks noGrp="1"/>
          </p:cNvSpPr>
          <p:nvPr>
            <p:ph/>
          </p:nvPr>
        </p:nvSpPr>
        <p:spPr>
          <a:xfrm>
            <a:off x="538920" y="1690560"/>
            <a:ext cx="10956240" cy="41054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n-US" sz="2800" b="0" strike="noStrike" spc="-1">
                <a:solidFill>
                  <a:srgbClr val="FFFFFF"/>
                </a:solidFill>
                <a:latin typeface="Calibri"/>
              </a:rPr>
              <a:t>Grupos: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addgroup /groupadd</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groupdel</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n-US" sz="2400" b="0" strike="noStrike" spc="-1">
                <a:solidFill>
                  <a:srgbClr val="FFFFFF"/>
                </a:solidFill>
                <a:latin typeface="Calibri"/>
              </a:rPr>
              <a:t>gpasswd</a:t>
            </a:r>
            <a:endParaRPr lang="es-PY" sz="2400" b="0" strike="noStrike" spc="-1">
              <a:solidFill>
                <a:srgbClr val="000000"/>
              </a:solidFill>
              <a:latin typeface="Calibri"/>
            </a:endParaRPr>
          </a:p>
          <a:p>
            <a:pPr>
              <a:lnSpc>
                <a:spcPct val="90000"/>
              </a:lnSpc>
              <a:spcBef>
                <a:spcPts val="1001"/>
              </a:spcBef>
              <a:buNone/>
            </a:pPr>
            <a:endParaRPr lang="es-PY" sz="2400" b="0" strike="noStrike" spc="-1">
              <a:solidFill>
                <a:srgbClr val="000000"/>
              </a:solidFill>
              <a:latin typeface="Calibri"/>
            </a:endParaRPr>
          </a:p>
        </p:txBody>
      </p:sp>
      <p:sp>
        <p:nvSpPr>
          <p:cNvPr id="199"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400" b="0" strike="noStrike" spc="-1">
                <a:solidFill>
                  <a:srgbClr val="FFFFFF"/>
                </a:solidFill>
                <a:latin typeface="Calibri Light"/>
              </a:rPr>
              <a:t>Gestión de usuarios y contraseñas</a:t>
            </a:r>
            <a:endParaRPr lang="es-PY" sz="4400" b="0" strike="noStrike" spc="-1">
              <a:solidFill>
                <a:srgbClr val="000000"/>
              </a:solidFill>
              <a:latin typeface="Calibri"/>
            </a:endParaRPr>
          </a:p>
        </p:txBody>
      </p:sp>
      <p:sp>
        <p:nvSpPr>
          <p:cNvPr id="201" name="PlaceHolder 2"/>
          <p:cNvSpPr>
            <a:spLocks noGrp="1"/>
          </p:cNvSpPr>
          <p:nvPr>
            <p:ph/>
          </p:nvPr>
        </p:nvSpPr>
        <p:spPr>
          <a:xfrm>
            <a:off x="538920" y="1690560"/>
            <a:ext cx="10956240" cy="4105440"/>
          </a:xfrm>
          <a:prstGeom prst="rect">
            <a:avLst/>
          </a:prstGeom>
          <a:noFill/>
          <a:ln w="0">
            <a:noFill/>
          </a:ln>
        </p:spPr>
        <p:txBody>
          <a:bodyPr anchor="t">
            <a:normAutofit fontScale="80000" lnSpcReduction="10000"/>
          </a:bodyPr>
          <a:lstStyle/>
          <a:p>
            <a:pPr>
              <a:lnSpc>
                <a:spcPct val="90000"/>
              </a:lnSpc>
              <a:spcBef>
                <a:spcPts val="1001"/>
              </a:spcBef>
              <a:buNone/>
              <a:tabLst>
                <a:tab pos="0" algn="l"/>
              </a:tabLst>
            </a:pPr>
            <a:r>
              <a:rPr lang="en-US" sz="2800" b="0" strike="noStrike" spc="-1">
                <a:solidFill>
                  <a:srgbClr val="FFFFFF"/>
                </a:solidFill>
                <a:latin typeface="Calibri"/>
              </a:rPr>
              <a:t># whoami</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groups [usuario]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id [usuario]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su [usuario]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newgrp [grupo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who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w [usuario] </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write [usuario]</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wall [mensaje] </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 mesg [y|n]</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p:txBody>
      </p:sp>
      <p:sp>
        <p:nvSpPr>
          <p:cNvPr id="20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04" name="PlaceHolder 2"/>
          <p:cNvSpPr>
            <a:spLocks noGrp="1"/>
          </p:cNvSpPr>
          <p:nvPr>
            <p:ph/>
          </p:nvPr>
        </p:nvSpPr>
        <p:spPr>
          <a:xfrm>
            <a:off x="538920" y="1690560"/>
            <a:ext cx="10956240" cy="41054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Particiones: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Partición para archivos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Partición de ‘swap’</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Otras particiones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Estructura de una partición:</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Sector de arranque (boot)</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Inodos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Datos</a:t>
            </a:r>
            <a:endParaRPr lang="es-PY" sz="2800" b="0" strike="noStrike" spc="-1">
              <a:solidFill>
                <a:srgbClr val="000000"/>
              </a:solidFill>
              <a:latin typeface="Calibri"/>
            </a:endParaRPr>
          </a:p>
        </p:txBody>
      </p:sp>
      <p:sp>
        <p:nvSpPr>
          <p:cNvPr id="205"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5240" cy="95940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07" name="PlaceHolder 2"/>
          <p:cNvSpPr>
            <a:spLocks noGrp="1"/>
          </p:cNvSpPr>
          <p:nvPr>
            <p:ph/>
          </p:nvPr>
        </p:nvSpPr>
        <p:spPr>
          <a:xfrm>
            <a:off x="634680" y="1324440"/>
            <a:ext cx="10956240" cy="4611960"/>
          </a:xfrm>
          <a:prstGeom prst="rect">
            <a:avLst/>
          </a:prstGeom>
          <a:noFill/>
          <a:ln w="0">
            <a:noFill/>
          </a:ln>
        </p:spPr>
        <p:txBody>
          <a:bodyPr anchor="t">
            <a:normAutofit fontScale="51000" lnSpcReduction="10000"/>
          </a:bodyPr>
          <a:lstStyle/>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FAT, FAT16, FAT32</a:t>
            </a:r>
            <a:r>
              <a:rPr lang="es-ES" sz="3200" b="0" strike="noStrike" spc="-1">
                <a:solidFill>
                  <a:srgbClr val="FFFFFF"/>
                </a:solidFill>
                <a:latin typeface="Calibri"/>
              </a:rPr>
              <a:t>: sistema de archivos de MS-DOS, Windows 95 y Windows 98. Se sigue utilizando por su sencillez y porque es reconocido por todos los sistemas operativos. Es un sistema de archivos muy frágil y no es tolerante a fallos, además de ser lento con respecto a los otros.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NTFS</a:t>
            </a:r>
            <a:r>
              <a:rPr lang="es-ES" sz="3200" b="0" strike="noStrike" spc="-1">
                <a:solidFill>
                  <a:srgbClr val="FFFFFF"/>
                </a:solidFill>
                <a:latin typeface="Calibri"/>
              </a:rPr>
              <a:t>: sistema de archivos de Windows NT, 2000, XP y 2003. Es un sistema más sofisticado y rápido que es anterior y el actual estándard de Microsoft. Es un sistema de archivos cuya implementación es propietaria y cerrada, por lo que no es reconocido en su totalidad por todos los sistemas operativos.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EXT2</a:t>
            </a:r>
            <a:r>
              <a:rPr lang="es-ES" sz="3200" b="0" strike="noStrike" spc="-1">
                <a:solidFill>
                  <a:srgbClr val="FFFFFF"/>
                </a:solidFill>
                <a:latin typeface="Calibri"/>
              </a:rPr>
              <a:t>: sistema de archivos estándard de Linux, su organización interna permite no necesitar defragmentación (fenómeno que se da en otros sistemas por el cual los archivos de distribuyen de forma que el tiempo que se tarda en acceder a ellos se incrementa, realientizando el acceso a disco).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EXT3</a:t>
            </a:r>
            <a:r>
              <a:rPr lang="es-ES" sz="3200" b="0" strike="noStrike" spc="-1">
                <a:solidFill>
                  <a:srgbClr val="FFFFFF"/>
                </a:solidFill>
                <a:latin typeface="Calibri"/>
              </a:rPr>
              <a:t>: es la extensión de EXT2, incorpora tolerancia a fallos permitiendo una rápida recuperación del sistema cuando el ordenador se bloqueó o apagó inesperadamente.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EXT4</a:t>
            </a:r>
            <a:r>
              <a:rPr lang="es-ES" sz="3200" b="0" strike="noStrike" spc="-1">
                <a:solidFill>
                  <a:srgbClr val="FFFFFF"/>
                </a:solidFill>
                <a:latin typeface="Calibri"/>
              </a:rPr>
              <a:t> (fourth extended filesystem o «cuarto sistema de archivos extendido») es un sistema de archivos transaccional (en inglés journaling), como una mejora compatible de EXT3.</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ReinserFS y XFS</a:t>
            </a:r>
            <a:r>
              <a:rPr lang="es-ES" sz="3200" b="0" strike="noStrike" spc="-1">
                <a:solidFill>
                  <a:srgbClr val="FFFFFF"/>
                </a:solidFill>
                <a:latin typeface="Calibri"/>
              </a:rPr>
              <a:t>: sistemas de archivos de alto rendimiento y rapidez que mejoran los sistemas anteriores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HFS+, AFS </a:t>
            </a:r>
            <a:r>
              <a:rPr lang="es-ES" sz="3200" b="0" strike="noStrike" spc="-1">
                <a:solidFill>
                  <a:srgbClr val="FFFFFF"/>
                </a:solidFill>
                <a:latin typeface="Calibri"/>
              </a:rPr>
              <a:t>(mejora de HFS+ optimizada para discos de estado sólido) usados por el S.O. macOS</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1" strike="noStrike" spc="-1">
                <a:solidFill>
                  <a:srgbClr val="FFFFFF"/>
                </a:solidFill>
                <a:latin typeface="Calibri"/>
              </a:rPr>
              <a:t>Btrfs: </a:t>
            </a:r>
            <a:r>
              <a:rPr lang="es-ES" sz="3200" b="0" strike="noStrike" spc="-1">
                <a:solidFill>
                  <a:srgbClr val="FFFFFF"/>
                </a:solidFill>
                <a:latin typeface="Calibri"/>
              </a:rPr>
              <a:t>Aspira a sustituir a EXT4. Es un sistema de ficheros para Linux enfocado a implementar características novedosas y avanzadas y, a la vez, centrado en la tolerancia a fallos, reparación y facilidad de administración. Algunas caracteristicas que tiene son: snapshots, compresion, sub-volumenes, optimizado para SSD, etc.</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08"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0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10" name="PlaceHolder 2"/>
          <p:cNvSpPr>
            <a:spLocks noGrp="1"/>
          </p:cNvSpPr>
          <p:nvPr>
            <p:ph/>
          </p:nvPr>
        </p:nvSpPr>
        <p:spPr>
          <a:xfrm>
            <a:off x="617760" y="1510920"/>
            <a:ext cx="10956240" cy="4611960"/>
          </a:xfrm>
          <a:prstGeom prst="rect">
            <a:avLst/>
          </a:prstGeom>
          <a:noFill/>
          <a:ln w="0">
            <a:noFill/>
          </a:ln>
        </p:spPr>
        <p:txBody>
          <a:bodyPr anchor="t">
            <a:normAutofit fontScale="80000" lnSpcReduction="10000"/>
          </a:bodyPr>
          <a:lstStyle/>
          <a:p>
            <a:pPr>
              <a:lnSpc>
                <a:spcPct val="90000"/>
              </a:lnSpc>
              <a:spcBef>
                <a:spcPts val="1001"/>
              </a:spcBef>
              <a:buNone/>
              <a:tabLst>
                <a:tab pos="0" algn="l"/>
              </a:tabLst>
            </a:pPr>
            <a:r>
              <a:rPr lang="es-ES" sz="2800" b="0" strike="noStrike" spc="-1">
                <a:solidFill>
                  <a:srgbClr val="FFFFFF"/>
                </a:solidFill>
                <a:latin typeface="Calibri"/>
              </a:rPr>
              <a:t>/ Directorio raiz</a:t>
            </a:r>
            <a:endParaRPr lang="es-PY" sz="28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/bin 	Binarios de comandos esenciales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/boot 	Archivos estáticos de cargador de arranque(boot-loader)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/dev 	Archivos de dispositivos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/etc 	Configuración del sistema local-máquina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/home 	Directorios home de los usuarios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/lib 	Librerías compartidas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/mnt 	Punto de montaje de particiones temporales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/root 	Directorio hogar del usuario root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/sbin 	Binarios del sistema esenciales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/tmp 	Archivos temporales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/usr 	Segunda jerarquía mayor </a:t>
            </a:r>
            <a:endParaRPr lang="es-PY" sz="2400" b="0" strike="noStrike" spc="-1">
              <a:solidFill>
                <a:srgbClr val="000000"/>
              </a:solidFill>
              <a:latin typeface="Calibri"/>
            </a:endParaRPr>
          </a:p>
          <a:p>
            <a:pPr marL="457200">
              <a:lnSpc>
                <a:spcPct val="90000"/>
              </a:lnSpc>
              <a:spcBef>
                <a:spcPts val="499"/>
              </a:spcBef>
              <a:buNone/>
              <a:tabLst>
                <a:tab pos="0" algn="l"/>
              </a:tabLst>
            </a:pPr>
            <a:r>
              <a:rPr lang="es-ES" sz="2400" b="0" strike="noStrike" spc="-1">
                <a:solidFill>
                  <a:srgbClr val="FFFFFF"/>
                </a:solidFill>
                <a:latin typeface="Calibri"/>
              </a:rPr>
              <a:t>/var 	Información variable </a:t>
            </a:r>
            <a:endParaRPr lang="es-PY" sz="24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El kernel del sistema estara o en la propia raiz o en /boot.</a:t>
            </a:r>
            <a:endParaRPr lang="es-PY" sz="2800" b="0" strike="noStrike" spc="-1">
              <a:solidFill>
                <a:srgbClr val="000000"/>
              </a:solidFill>
              <a:latin typeface="Calibri"/>
            </a:endParaRPr>
          </a:p>
          <a:p>
            <a:pPr>
              <a:lnSpc>
                <a:spcPct val="90000"/>
              </a:lnSpc>
              <a:spcBef>
                <a:spcPts val="1001"/>
              </a:spcBef>
              <a:buNone/>
              <a:tabLst>
                <a:tab pos="0" algn="l"/>
              </a:tabLst>
            </a:pPr>
            <a:endParaRPr lang="es-PY" sz="2800" b="0" strike="noStrike" spc="-1">
              <a:solidFill>
                <a:srgbClr val="000000"/>
              </a:solidFill>
              <a:latin typeface="Calibri"/>
            </a:endParaRPr>
          </a:p>
        </p:txBody>
      </p:sp>
      <p:sp>
        <p:nvSpPr>
          <p:cNvPr id="211"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12"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13" name="PlaceHolder 2"/>
          <p:cNvSpPr>
            <a:spLocks noGrp="1"/>
          </p:cNvSpPr>
          <p:nvPr>
            <p:ph/>
          </p:nvPr>
        </p:nvSpPr>
        <p:spPr>
          <a:xfrm>
            <a:off x="617760" y="1510920"/>
            <a:ext cx="10956240" cy="4611960"/>
          </a:xfrm>
          <a:prstGeom prst="rect">
            <a:avLst/>
          </a:prstGeom>
          <a:noFill/>
          <a:ln w="0">
            <a:noFill/>
          </a:ln>
        </p:spPr>
        <p:txBody>
          <a:bodyPr anchor="t">
            <a:normAutofit fontScale="86000" lnSpcReduction="10000"/>
          </a:bodyPr>
          <a:lstStyle/>
          <a:p>
            <a:pPr>
              <a:lnSpc>
                <a:spcPct val="90000"/>
              </a:lnSpc>
              <a:spcBef>
                <a:spcPts val="1001"/>
              </a:spcBef>
              <a:buNone/>
              <a:tabLst>
                <a:tab pos="0" algn="l"/>
              </a:tabLst>
            </a:pPr>
            <a:r>
              <a:rPr lang="en-US" sz="2800" b="0" strike="noStrike" spc="-1">
                <a:solidFill>
                  <a:srgbClr val="FFFFFF"/>
                </a:solidFill>
                <a:latin typeface="Calibri"/>
              </a:rPr>
              <a:t>/boot  	Archivos estáticos del cargador de arranque (boot loader)</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/dev    	Archivos de dispositivos</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/home	 Directorios hogar de los usuarios (opcional) </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/etc</a:t>
            </a:r>
            <a:endParaRPr lang="es-PY" sz="2800" b="0" strike="noStrike" spc="-1">
              <a:solidFill>
                <a:srgbClr val="000000"/>
              </a:solidFill>
              <a:latin typeface="Calibri"/>
            </a:endParaRPr>
          </a:p>
          <a:p>
            <a:pPr>
              <a:lnSpc>
                <a:spcPct val="90000"/>
              </a:lnSpc>
              <a:spcBef>
                <a:spcPts val="1001"/>
              </a:spcBef>
              <a:buNone/>
              <a:tabLst>
                <a:tab pos="0" algn="l"/>
              </a:tabLst>
            </a:pPr>
            <a:r>
              <a:rPr lang="en-US" sz="2800" b="0" strike="noStrike" spc="-1">
                <a:solidFill>
                  <a:srgbClr val="FFFFFF"/>
                </a:solidFill>
                <a:latin typeface="Calibri"/>
              </a:rPr>
              <a:t>Configuración del sistema local a la máquina</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2800" b="0" strike="noStrike" spc="-1">
                <a:solidFill>
                  <a:srgbClr val="FFFFFF"/>
                </a:solidFill>
                <a:latin typeface="Calibri"/>
              </a:rPr>
              <a:t>Archivos generales: </a:t>
            </a:r>
            <a:endParaRPr lang="es-PY" sz="2800" b="0" strike="noStrike" spc="-1">
              <a:solidFill>
                <a:srgbClr val="000000"/>
              </a:solidFill>
              <a:latin typeface="Calibri"/>
            </a:endParaRPr>
          </a:p>
          <a:p>
            <a:pPr marL="457200">
              <a:lnSpc>
                <a:spcPct val="90000"/>
              </a:lnSpc>
              <a:spcBef>
                <a:spcPts val="499"/>
              </a:spcBef>
              <a:buNone/>
              <a:tabLst>
                <a:tab pos="0" algn="l"/>
              </a:tabLst>
            </a:pPr>
            <a:r>
              <a:rPr lang="en-US" sz="2400" b="0" strike="noStrike" spc="-1">
                <a:solidFill>
                  <a:srgbClr val="FFFFFF"/>
                </a:solidFill>
                <a:latin typeface="Calibri"/>
              </a:rPr>
              <a:t>adjtime, csh.login, disktab, fdprm, fstab, gettydefs, group, inittab, issue, ld.so.conf, lilo.conf, magic, motd, mtab, mtools, passwd, profile, psdatabase, securetty, shells, syslog.conf, tercamp, ttytype .</a:t>
            </a:r>
            <a:endParaRPr lang="es-PY" sz="24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2800" b="0" strike="noStrike" spc="-1">
                <a:solidFill>
                  <a:srgbClr val="FFFFFF"/>
                </a:solidFill>
                <a:latin typeface="Calibri"/>
              </a:rPr>
              <a:t>Archivos de red:</a:t>
            </a:r>
            <a:endParaRPr lang="es-PY" sz="2800" b="0" strike="noStrike" spc="-1">
              <a:solidFill>
                <a:srgbClr val="000000"/>
              </a:solidFill>
              <a:latin typeface="Calibri"/>
            </a:endParaRPr>
          </a:p>
          <a:p>
            <a:pPr marL="457200">
              <a:lnSpc>
                <a:spcPct val="90000"/>
              </a:lnSpc>
              <a:spcBef>
                <a:spcPts val="499"/>
              </a:spcBef>
              <a:buNone/>
              <a:tabLst>
                <a:tab pos="0" algn="l"/>
              </a:tabLst>
            </a:pPr>
            <a:r>
              <a:rPr lang="en-US" sz="2400" b="0" strike="noStrike" spc="-1">
                <a:solidFill>
                  <a:srgbClr val="FFFFFF"/>
                </a:solidFill>
                <a:latin typeface="Calibri"/>
              </a:rPr>
              <a:t>exports, ftpusers, gateways, hosts, host.conf, host.equiv, host.lpd, inetd.conf, networks, printcap, protocols, resolv.conf.rpc, services </a:t>
            </a:r>
            <a:endParaRPr lang="es-PY" sz="2400" b="0" strike="noStrike" spc="-1">
              <a:solidFill>
                <a:srgbClr val="000000"/>
              </a:solidFill>
              <a:latin typeface="Calibri"/>
            </a:endParaRPr>
          </a:p>
          <a:p>
            <a:pPr>
              <a:lnSpc>
                <a:spcPct val="90000"/>
              </a:lnSpc>
              <a:spcBef>
                <a:spcPts val="1001"/>
              </a:spcBef>
              <a:buNone/>
              <a:tabLst>
                <a:tab pos="0" algn="l"/>
              </a:tabLst>
            </a:pPr>
            <a:endParaRPr lang="es-PY" sz="2400" b="0" strike="noStrike" spc="-1">
              <a:solidFill>
                <a:srgbClr val="000000"/>
              </a:solidFill>
              <a:latin typeface="Calibri"/>
            </a:endParaRPr>
          </a:p>
          <a:p>
            <a:pPr>
              <a:lnSpc>
                <a:spcPct val="90000"/>
              </a:lnSpc>
              <a:spcBef>
                <a:spcPts val="1001"/>
              </a:spcBef>
              <a:buNone/>
              <a:tabLst>
                <a:tab pos="0" algn="l"/>
              </a:tabLst>
            </a:pPr>
            <a:endParaRPr lang="es-PY" sz="2400" b="0" strike="noStrike" spc="-1">
              <a:solidFill>
                <a:srgbClr val="000000"/>
              </a:solidFill>
              <a:latin typeface="Calibri"/>
            </a:endParaRPr>
          </a:p>
        </p:txBody>
      </p:sp>
      <p:sp>
        <p:nvSpPr>
          <p:cNvPr id="214"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16" name="PlaceHolder 2"/>
          <p:cNvSpPr>
            <a:spLocks noGrp="1"/>
          </p:cNvSpPr>
          <p:nvPr>
            <p:ph/>
          </p:nvPr>
        </p:nvSpPr>
        <p:spPr>
          <a:xfrm>
            <a:off x="617760" y="1510920"/>
            <a:ext cx="10956240" cy="4611960"/>
          </a:xfrm>
          <a:prstGeom prst="rect">
            <a:avLst/>
          </a:prstGeom>
          <a:noFill/>
          <a:ln w="0">
            <a:noFill/>
          </a:ln>
        </p:spPr>
        <p:txBody>
          <a:bodyPr anchor="t">
            <a:normAutofit/>
          </a:bodyPr>
          <a:lstStyle/>
          <a:p>
            <a:pPr>
              <a:lnSpc>
                <a:spcPct val="90000"/>
              </a:lnSpc>
              <a:spcBef>
                <a:spcPts val="1001"/>
              </a:spcBef>
              <a:buNone/>
              <a:tabLst>
                <a:tab pos="0" algn="l"/>
              </a:tabLst>
            </a:pPr>
            <a:r>
              <a:rPr lang="es-ES" sz="2800" b="1" strike="noStrike" spc="-1">
                <a:solidFill>
                  <a:srgbClr val="FFFFFF"/>
                </a:solidFill>
                <a:latin typeface="Calibri"/>
              </a:rPr>
              <a:t>/sbin</a:t>
            </a:r>
            <a:endParaRPr lang="es-PY" sz="2800" b="0" strike="noStrike" spc="-1">
              <a:solidFill>
                <a:srgbClr val="000000"/>
              </a:solidFill>
              <a:latin typeface="Calibri"/>
            </a:endParaRPr>
          </a:p>
          <a:p>
            <a:pPr marL="228600" indent="-228600">
              <a:lnSpc>
                <a:spcPct val="90000"/>
              </a:lnSpc>
              <a:spcBef>
                <a:spcPts val="1001"/>
              </a:spcBef>
              <a:buNone/>
              <a:tabLst>
                <a:tab pos="0" algn="l"/>
              </a:tabLst>
            </a:pPr>
            <a:r>
              <a:rPr lang="es-ES" sz="2800" b="1" strike="noStrike" spc="-1">
                <a:solidFill>
                  <a:srgbClr val="FFFFFF"/>
                </a:solidFill>
                <a:latin typeface="Calibri"/>
              </a:rPr>
              <a:t>	Binarios del Sistema (Alguna vez mantenidos en /etc)</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tabLst>
                <a:tab pos="0" algn="l"/>
              </a:tabLst>
            </a:pPr>
            <a:r>
              <a:rPr lang="es-ES" sz="2400" b="0" strike="noStrike" spc="-1">
                <a:solidFill>
                  <a:srgbClr val="FFFFFF"/>
                </a:solidFill>
                <a:latin typeface="Calibri"/>
              </a:rPr>
              <a:t>Órdenes generales: </a:t>
            </a:r>
            <a:endParaRPr lang="es-PY" sz="2400" b="0" strike="noStrike" spc="-1">
              <a:solidFill>
                <a:srgbClr val="000000"/>
              </a:solidFill>
              <a:latin typeface="Calibri"/>
            </a:endParaRPr>
          </a:p>
          <a:p>
            <a:pPr marL="685800" indent="-228600">
              <a:lnSpc>
                <a:spcPct val="90000"/>
              </a:lnSpc>
              <a:spcBef>
                <a:spcPts val="499"/>
              </a:spcBef>
              <a:buNone/>
              <a:tabLst>
                <a:tab pos="0" algn="l"/>
              </a:tabLst>
            </a:pPr>
            <a:r>
              <a:rPr lang="es-ES" sz="2000" b="0" strike="noStrike" spc="-1">
                <a:solidFill>
                  <a:srgbClr val="FFFFFF"/>
                </a:solidFill>
                <a:latin typeface="Calibri"/>
              </a:rPr>
              <a:t>	clock, getty, init, update, mkswap, swapon, swapoff, telinit</a:t>
            </a:r>
            <a:endParaRPr lang="es-PY" sz="2000" b="0" strike="noStrike" spc="-1">
              <a:solidFill>
                <a:srgbClr val="000000"/>
              </a:solidFill>
              <a:latin typeface="Calibri"/>
            </a:endParaRPr>
          </a:p>
          <a:p>
            <a:pPr marL="685800" lvl="1" indent="-228600">
              <a:lnSpc>
                <a:spcPct val="90000"/>
              </a:lnSpc>
              <a:spcBef>
                <a:spcPts val="499"/>
              </a:spcBef>
              <a:buClr>
                <a:srgbClr val="FFFFFF"/>
              </a:buClr>
              <a:buFont typeface="Arial"/>
              <a:buChar char="•"/>
              <a:tabLst>
                <a:tab pos="0" algn="l"/>
              </a:tabLst>
            </a:pPr>
            <a:r>
              <a:rPr lang="es-ES" sz="2400" b="0" strike="noStrike" spc="-1">
                <a:solidFill>
                  <a:srgbClr val="FFFFFF"/>
                </a:solidFill>
                <a:latin typeface="Calibri"/>
              </a:rPr>
              <a:t>Órdenes de apagado:</a:t>
            </a:r>
            <a:endParaRPr lang="es-PY" sz="2400" b="0" strike="noStrike" spc="-1">
              <a:solidFill>
                <a:srgbClr val="000000"/>
              </a:solidFill>
              <a:latin typeface="Calibri"/>
            </a:endParaRPr>
          </a:p>
          <a:p>
            <a:pPr marL="685800" indent="-228600">
              <a:lnSpc>
                <a:spcPct val="90000"/>
              </a:lnSpc>
              <a:spcBef>
                <a:spcPts val="499"/>
              </a:spcBef>
              <a:buNone/>
              <a:tabLst>
                <a:tab pos="0" algn="l"/>
              </a:tabLst>
            </a:pPr>
            <a:r>
              <a:rPr lang="es-ES" sz="1600" b="0" strike="noStrike" spc="-1">
                <a:solidFill>
                  <a:srgbClr val="FFFFFF"/>
                </a:solidFill>
                <a:latin typeface="Calibri"/>
              </a:rPr>
              <a:t>	</a:t>
            </a:r>
            <a:r>
              <a:rPr lang="es-ES" sz="2000" b="0" strike="noStrike" spc="-1">
                <a:solidFill>
                  <a:srgbClr val="FFFFFF"/>
                </a:solidFill>
                <a:latin typeface="Calibri"/>
              </a:rPr>
              <a:t>fastboot, fasthalt, halt, reboot, shutdown </a:t>
            </a:r>
            <a:endParaRPr lang="es-PY" sz="2000" b="0" strike="noStrike" spc="-1">
              <a:solidFill>
                <a:srgbClr val="000000"/>
              </a:solidFill>
              <a:latin typeface="Calibri"/>
            </a:endParaRPr>
          </a:p>
          <a:p>
            <a:pPr marL="685800" lvl="1" indent="-228600">
              <a:lnSpc>
                <a:spcPct val="90000"/>
              </a:lnSpc>
              <a:spcBef>
                <a:spcPts val="499"/>
              </a:spcBef>
              <a:buClr>
                <a:srgbClr val="FFFFFF"/>
              </a:buClr>
              <a:buFont typeface="Arial"/>
              <a:buChar char="•"/>
              <a:tabLst>
                <a:tab pos="0" algn="l"/>
              </a:tabLst>
            </a:pPr>
            <a:r>
              <a:rPr lang="es-ES" sz="2400" b="0" strike="noStrike" spc="-1">
                <a:solidFill>
                  <a:srgbClr val="FFFFFF"/>
                </a:solidFill>
                <a:latin typeface="Calibri"/>
              </a:rPr>
              <a:t>Órdenes de manejo de sistema de archivos:</a:t>
            </a:r>
            <a:endParaRPr lang="es-PY" sz="2400" b="0" strike="noStrike" spc="-1">
              <a:solidFill>
                <a:srgbClr val="000000"/>
              </a:solidFill>
              <a:latin typeface="Calibri"/>
            </a:endParaRPr>
          </a:p>
          <a:p>
            <a:pPr marL="685800" indent="-228600">
              <a:lnSpc>
                <a:spcPct val="90000"/>
              </a:lnSpc>
              <a:spcBef>
                <a:spcPts val="499"/>
              </a:spcBef>
              <a:buNone/>
              <a:tabLst>
                <a:tab pos="0" algn="l"/>
              </a:tabLst>
            </a:pPr>
            <a:r>
              <a:rPr lang="es-ES" sz="1600" b="0" strike="noStrike" spc="-1">
                <a:solidFill>
                  <a:srgbClr val="FFFFFF"/>
                </a:solidFill>
                <a:latin typeface="Calibri"/>
              </a:rPr>
              <a:t>	</a:t>
            </a:r>
            <a:r>
              <a:rPr lang="es-ES" sz="2000" b="0" strike="noStrike" spc="-1">
                <a:solidFill>
                  <a:srgbClr val="FFFFFF"/>
                </a:solidFill>
                <a:latin typeface="Calibri"/>
              </a:rPr>
              <a:t>fdisk, fsck, fsck.*, mkfs, mkfs </a:t>
            </a:r>
            <a:endParaRPr lang="es-PY" sz="2000" b="0" strike="noStrike" spc="-1">
              <a:solidFill>
                <a:srgbClr val="000000"/>
              </a:solidFill>
              <a:latin typeface="Calibri"/>
            </a:endParaRPr>
          </a:p>
          <a:p>
            <a:pPr marL="685800" lvl="1" indent="-228600">
              <a:lnSpc>
                <a:spcPct val="90000"/>
              </a:lnSpc>
              <a:spcBef>
                <a:spcPts val="499"/>
              </a:spcBef>
              <a:buClr>
                <a:srgbClr val="FFFFFF"/>
              </a:buClr>
              <a:buFont typeface="Arial"/>
              <a:buChar char="•"/>
              <a:tabLst>
                <a:tab pos="0" algn="l"/>
              </a:tabLst>
            </a:pPr>
            <a:r>
              <a:rPr lang="es-ES" sz="2400" b="0" strike="noStrike" spc="-1">
                <a:solidFill>
                  <a:srgbClr val="FFFFFF"/>
                </a:solidFill>
                <a:latin typeface="Calibri"/>
              </a:rPr>
              <a:t>Órdenes de red:</a:t>
            </a:r>
            <a:endParaRPr lang="es-PY" sz="2400" b="0" strike="noStrike" spc="-1">
              <a:solidFill>
                <a:srgbClr val="000000"/>
              </a:solidFill>
              <a:latin typeface="Calibri"/>
            </a:endParaRPr>
          </a:p>
          <a:p>
            <a:pPr marL="685800" indent="-228600">
              <a:lnSpc>
                <a:spcPct val="90000"/>
              </a:lnSpc>
              <a:spcBef>
                <a:spcPts val="499"/>
              </a:spcBef>
              <a:buNone/>
              <a:tabLst>
                <a:tab pos="0" algn="l"/>
              </a:tabLst>
            </a:pPr>
            <a:r>
              <a:rPr lang="es-ES" sz="2000" b="0" strike="noStrike" spc="-1">
                <a:solidFill>
                  <a:srgbClr val="FFFFFF"/>
                </a:solidFill>
                <a:latin typeface="Calibri"/>
              </a:rPr>
              <a:t>	arp, ifconfig, route </a:t>
            </a:r>
            <a:endParaRPr lang="es-PY" sz="2000" b="0" strike="noStrike" spc="-1">
              <a:solidFill>
                <a:srgbClr val="000000"/>
              </a:solidFill>
              <a:latin typeface="Calibri"/>
            </a:endParaRPr>
          </a:p>
          <a:p>
            <a:pPr>
              <a:lnSpc>
                <a:spcPct val="90000"/>
              </a:lnSpc>
              <a:spcBef>
                <a:spcPts val="1001"/>
              </a:spcBef>
              <a:buNone/>
              <a:tabLst>
                <a:tab pos="0" algn="l"/>
              </a:tabLst>
            </a:pPr>
            <a:endParaRPr lang="es-PY" sz="2000" b="0" strike="noStrike" spc="-1">
              <a:solidFill>
                <a:srgbClr val="000000"/>
              </a:solidFill>
              <a:latin typeface="Calibri"/>
            </a:endParaRPr>
          </a:p>
          <a:p>
            <a:pPr>
              <a:lnSpc>
                <a:spcPct val="90000"/>
              </a:lnSpc>
              <a:spcBef>
                <a:spcPts val="1001"/>
              </a:spcBef>
              <a:buNone/>
              <a:tabLst>
                <a:tab pos="0" algn="l"/>
              </a:tabLst>
            </a:pPr>
            <a:endParaRPr lang="es-PY" sz="2000" b="0" strike="noStrike" spc="-1">
              <a:solidFill>
                <a:srgbClr val="000000"/>
              </a:solidFill>
              <a:latin typeface="Calibri"/>
            </a:endParaRPr>
          </a:p>
        </p:txBody>
      </p:sp>
      <p:sp>
        <p:nvSpPr>
          <p:cNvPr id="217"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19" name="PlaceHolder 2"/>
          <p:cNvSpPr>
            <a:spLocks noGrp="1"/>
          </p:cNvSpPr>
          <p:nvPr>
            <p:ph/>
          </p:nvPr>
        </p:nvSpPr>
        <p:spPr>
          <a:xfrm>
            <a:off x="617760" y="1510920"/>
            <a:ext cx="10956240" cy="4611960"/>
          </a:xfrm>
          <a:prstGeom prst="rect">
            <a:avLst/>
          </a:prstGeom>
          <a:noFill/>
          <a:ln w="0">
            <a:noFill/>
          </a:ln>
        </p:spPr>
        <p:txBody>
          <a:bodyPr anchor="t">
            <a:normAutofit fontScale="48500" lnSpcReduction="20000"/>
          </a:bodyPr>
          <a:lstStyle/>
          <a:p>
            <a:pPr>
              <a:lnSpc>
                <a:spcPct val="90000"/>
              </a:lnSpc>
              <a:spcBef>
                <a:spcPts val="1001"/>
              </a:spcBef>
              <a:buNone/>
              <a:tabLst>
                <a:tab pos="0" algn="l"/>
              </a:tabLst>
            </a:pPr>
            <a:r>
              <a:rPr lang="es-ES" sz="2800" b="0" strike="noStrike" spc="-1">
                <a:solidFill>
                  <a:srgbClr val="FFFFFF"/>
                </a:solidFill>
                <a:latin typeface="Calibri"/>
              </a:rPr>
              <a:t>/usr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X11R6 Sistema X Window Version 11 release 6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X386 Sistema X Windows Version 11 release 5 en plataformas X 86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bin La mayoría de los comandos de usuario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dict Listas de palabras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doc Documentación miscelánea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etc Configuración del Sistema (todo el site)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games Juegos y binarios educacionales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include Archivos header incluidos por programas C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info Directorio primario del sistema GNU Info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lib Librerías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local Jerarquía local (vacía justo después de la instalación principal)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man Manuales en línea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sbir Binarios de Administración del Sistema No-Vitales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share Información independiente de la arquitectura </a:t>
            </a:r>
            <a:endParaRPr lang="es-PY" sz="2800" b="0" strike="noStrike" spc="-1">
              <a:solidFill>
                <a:srgbClr val="000000"/>
              </a:solidFill>
              <a:latin typeface="Calibri"/>
            </a:endParaRPr>
          </a:p>
          <a:p>
            <a:pPr>
              <a:lnSpc>
                <a:spcPct val="90000"/>
              </a:lnSpc>
              <a:spcBef>
                <a:spcPts val="1001"/>
              </a:spcBef>
              <a:buNone/>
              <a:tabLst>
                <a:tab pos="0" algn="l"/>
              </a:tabLst>
            </a:pPr>
            <a:r>
              <a:rPr lang="es-ES" sz="2800" b="0" strike="noStrike" spc="-1">
                <a:solidFill>
                  <a:srgbClr val="FFFFFF"/>
                </a:solidFill>
                <a:latin typeface="Calibri"/>
              </a:rPr>
              <a:t>	src Código fuente </a:t>
            </a:r>
            <a:endParaRPr lang="es-PY" sz="2800" b="0" strike="noStrike" spc="-1">
              <a:solidFill>
                <a:srgbClr val="000000"/>
              </a:solidFill>
              <a:latin typeface="Calibri"/>
            </a:endParaRPr>
          </a:p>
        </p:txBody>
      </p:sp>
      <p:sp>
        <p:nvSpPr>
          <p:cNvPr id="220"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21"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El sistema de archivos</a:t>
            </a:r>
            <a:endParaRPr lang="es-PY" sz="4800" b="0" strike="noStrike" spc="-1">
              <a:solidFill>
                <a:srgbClr val="000000"/>
              </a:solidFill>
              <a:latin typeface="Calibri"/>
            </a:endParaRPr>
          </a:p>
        </p:txBody>
      </p:sp>
      <p:sp>
        <p:nvSpPr>
          <p:cNvPr id="222" name="PlaceHolder 2"/>
          <p:cNvSpPr>
            <a:spLocks noGrp="1"/>
          </p:cNvSpPr>
          <p:nvPr>
            <p:ph/>
          </p:nvPr>
        </p:nvSpPr>
        <p:spPr>
          <a:xfrm>
            <a:off x="617760" y="1953000"/>
            <a:ext cx="10956240" cy="325656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n-US" sz="3200" b="0" strike="noStrike" spc="-1">
                <a:solidFill>
                  <a:srgbClr val="FFFFFF"/>
                </a:solidFill>
                <a:latin typeface="Calibri"/>
              </a:rPr>
              <a:t>Información de archivos</a:t>
            </a:r>
            <a:endParaRPr lang="es-PY" sz="3200" b="0" strike="noStrike" spc="-1">
              <a:solidFill>
                <a:srgbClr val="000000"/>
              </a:solidFill>
              <a:latin typeface="Calibri"/>
            </a:endParaRPr>
          </a:p>
          <a:p>
            <a:pPr marL="457200">
              <a:lnSpc>
                <a:spcPct val="90000"/>
              </a:lnSpc>
              <a:spcBef>
                <a:spcPts val="499"/>
              </a:spcBef>
              <a:buNone/>
              <a:tabLst>
                <a:tab pos="0" algn="l"/>
              </a:tabLst>
            </a:pPr>
            <a:r>
              <a:rPr lang="en-US" sz="2800" b="0" strike="noStrike" spc="-1">
                <a:solidFill>
                  <a:srgbClr val="FFFFFF"/>
                </a:solidFill>
                <a:latin typeface="Calibri"/>
              </a:rPr>
              <a:t>-rw-r—r-- 1 rferris  users  2  2010-09-17 12:00 leeme.txt</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3200" b="0" strike="noStrike" spc="-1">
                <a:solidFill>
                  <a:srgbClr val="FFFFFF"/>
                </a:solidFill>
                <a:latin typeface="Calibri"/>
              </a:rPr>
              <a:t>Órdenes interesantes de archivos</a:t>
            </a:r>
            <a:endParaRPr lang="es-PY" sz="3200" b="0" strike="noStrike" spc="-1">
              <a:solidFill>
                <a:srgbClr val="000000"/>
              </a:solidFill>
              <a:latin typeface="Calibri"/>
            </a:endParaRPr>
          </a:p>
          <a:p>
            <a:pPr marL="457200">
              <a:lnSpc>
                <a:spcPct val="90000"/>
              </a:lnSpc>
              <a:spcBef>
                <a:spcPts val="499"/>
              </a:spcBef>
              <a:buNone/>
              <a:tabLst>
                <a:tab pos="0" algn="l"/>
              </a:tabLst>
            </a:pPr>
            <a:r>
              <a:rPr lang="en-US" sz="2800" b="0" strike="noStrike" spc="-1">
                <a:solidFill>
                  <a:srgbClr val="FFFFFF"/>
                </a:solidFill>
                <a:latin typeface="Calibri"/>
              </a:rPr>
              <a:t>ls, cd, touch, rm, rmdir, cat, more, tail, head, fstab</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3200" b="0" strike="noStrike" spc="-1">
                <a:solidFill>
                  <a:srgbClr val="FFFFFF"/>
                </a:solidFill>
                <a:latin typeface="Calibri"/>
              </a:rPr>
              <a:t>Los directorios ‘.’ y ‘..’.</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tabLst>
                <a:tab pos="0" algn="l"/>
              </a:tabLst>
            </a:pPr>
            <a:r>
              <a:rPr lang="en-US" sz="3200" b="0" strike="noStrike" spc="-1">
                <a:solidFill>
                  <a:srgbClr val="FFFFFF"/>
                </a:solidFill>
                <a:latin typeface="Calibri"/>
              </a:rPr>
              <a:t>Path</a:t>
            </a:r>
            <a:endParaRPr lang="es-PY" sz="3200" b="0" strike="noStrike" spc="-1">
              <a:solidFill>
                <a:srgbClr val="000000"/>
              </a:solidFill>
              <a:latin typeface="Calibri"/>
            </a:endParaRPr>
          </a:p>
          <a:p>
            <a:pPr>
              <a:lnSpc>
                <a:spcPct val="90000"/>
              </a:lnSpc>
              <a:spcBef>
                <a:spcPts val="1001"/>
              </a:spcBef>
              <a:buNone/>
              <a:tabLst>
                <a:tab pos="0" algn="l"/>
              </a:tabLst>
            </a:pPr>
            <a:endParaRPr lang="es-PY" sz="3200" b="0" strike="noStrike" spc="-1">
              <a:solidFill>
                <a:srgbClr val="000000"/>
              </a:solidFill>
              <a:latin typeface="Calibri"/>
            </a:endParaRPr>
          </a:p>
        </p:txBody>
      </p:sp>
      <p:sp>
        <p:nvSpPr>
          <p:cNvPr id="223"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25" name="PlaceHolder 2"/>
          <p:cNvSpPr>
            <a:spLocks noGrp="1"/>
          </p:cNvSpPr>
          <p:nvPr>
            <p:ph/>
          </p:nvPr>
        </p:nvSpPr>
        <p:spPr>
          <a:xfrm>
            <a:off x="1657440" y="1822320"/>
            <a:ext cx="8572320" cy="3974040"/>
          </a:xfrm>
          <a:prstGeom prst="rect">
            <a:avLst/>
          </a:prstGeom>
          <a:noFill/>
          <a:ln w="0">
            <a:noFill/>
          </a:ln>
        </p:spPr>
        <p:txBody>
          <a:bodyPr anchor="t">
            <a:normAutofit fontScale="87000" lnSpcReduction="10000"/>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Administración de usuarios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Instalar y actualizar el software</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Agregar y eliminar hardware</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Realización de copias de seguridad</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Monitorizar el sistema</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Localización de problemas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Mantenimiento de la documentación</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Seguridad</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Ayudar a los usuarios</a:t>
            </a:r>
            <a:endParaRPr lang="es-PY" sz="2800" b="0" strike="noStrike" spc="-1">
              <a:solidFill>
                <a:srgbClr val="000000"/>
              </a:solidFill>
              <a:latin typeface="Calibri"/>
            </a:endParaRPr>
          </a:p>
        </p:txBody>
      </p:sp>
      <p:sp>
        <p:nvSpPr>
          <p:cNvPr id="226"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28" name="PlaceHolder 2"/>
          <p:cNvSpPr>
            <a:spLocks noGrp="1"/>
          </p:cNvSpPr>
          <p:nvPr>
            <p:ph/>
          </p:nvPr>
        </p:nvSpPr>
        <p:spPr>
          <a:xfrm>
            <a:off x="1730880" y="1690560"/>
            <a:ext cx="9992880" cy="4767480"/>
          </a:xfrm>
          <a:prstGeom prst="rect">
            <a:avLst/>
          </a:prstGeom>
          <a:noFill/>
          <a:ln w="0">
            <a:noFill/>
          </a:ln>
        </p:spPr>
        <p:txBody>
          <a:bodyPr anchor="t">
            <a:normAutofit lnSpcReduction="10000"/>
          </a:bodyPr>
          <a:lstStyle/>
          <a:p>
            <a:pPr marL="609480" indent="-609480">
              <a:lnSpc>
                <a:spcPct val="90000"/>
              </a:lnSpc>
              <a:spcBef>
                <a:spcPts val="1001"/>
              </a:spcBef>
              <a:buClr>
                <a:srgbClr val="FFFFFF"/>
              </a:buClr>
              <a:buFont typeface="Arial"/>
              <a:buChar char="•"/>
            </a:pPr>
            <a:r>
              <a:rPr lang="es-ES" sz="3200" b="0" strike="noStrike" spc="-1">
                <a:solidFill>
                  <a:srgbClr val="FFFFFF"/>
                </a:solidFill>
                <a:latin typeface="Calibri"/>
              </a:rPr>
              <a:t>Añadir/Quitar/Modificar Usuarios y Grupos </a:t>
            </a:r>
            <a:endParaRPr lang="es-PY" sz="3200" b="0" strike="noStrike" spc="-1">
              <a:solidFill>
                <a:srgbClr val="000000"/>
              </a:solidFill>
              <a:latin typeface="Calibri"/>
            </a:endParaRPr>
          </a:p>
          <a:p>
            <a:pPr marL="609480" indent="-609480">
              <a:lnSpc>
                <a:spcPct val="90000"/>
              </a:lnSpc>
              <a:spcBef>
                <a:spcPts val="1001"/>
              </a:spcBef>
              <a:buClr>
                <a:srgbClr val="FFFFFF"/>
              </a:buClr>
              <a:buFont typeface="Arial"/>
              <a:buChar char="•"/>
            </a:pPr>
            <a:r>
              <a:rPr lang="es-ES" sz="3200" b="0" strike="noStrike" spc="-1">
                <a:solidFill>
                  <a:srgbClr val="FFFFFF"/>
                </a:solidFill>
                <a:latin typeface="Calibri"/>
              </a:rPr>
              <a:t>Añadir/Quitar/Modificar Permisos </a:t>
            </a:r>
            <a:endParaRPr lang="es-PY" sz="32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Autenticación y Autorización en Linux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HOME: área de usuarios y archivos de configuración (ocultos)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Archivos (en /etc/): passwd, group, shadow, login.defs, skel/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Añadir/quitar usuarios: sobre el archivo y con comandos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Trabajo con Usuarios (useradd, userdel, usermod)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Trabajo Con Grupos (groupadd, groupdel, groupmod) </a:t>
            </a:r>
            <a:endParaRPr lang="es-PY" sz="2800" b="0" strike="noStrike" spc="-1">
              <a:solidFill>
                <a:srgbClr val="000000"/>
              </a:solidFill>
              <a:latin typeface="Calibri"/>
            </a:endParaRPr>
          </a:p>
          <a:p>
            <a:pPr marL="990720" lvl="1" indent="-533520">
              <a:lnSpc>
                <a:spcPct val="90000"/>
              </a:lnSpc>
              <a:spcBef>
                <a:spcPts val="499"/>
              </a:spcBef>
              <a:buClr>
                <a:srgbClr val="FFFFFF"/>
              </a:buClr>
              <a:buFont typeface="Arial"/>
              <a:buChar char="•"/>
            </a:pPr>
            <a:r>
              <a:rPr lang="es-ES" sz="2800" b="0" strike="noStrike" spc="-1">
                <a:solidFill>
                  <a:srgbClr val="FFFFFF"/>
                </a:solidFill>
                <a:latin typeface="Calibri"/>
              </a:rPr>
              <a:t>Otros Comandos a revisar (chage, chfn, chgrp, chown, chsh, gpasswd, groups, passwd, su, sudo) </a:t>
            </a:r>
            <a:endParaRPr lang="es-PY" sz="2800" b="0" strike="noStrike" spc="-1">
              <a:solidFill>
                <a:srgbClr val="000000"/>
              </a:solidFill>
              <a:latin typeface="Calibri"/>
            </a:endParaRPr>
          </a:p>
        </p:txBody>
      </p:sp>
      <p:sp>
        <p:nvSpPr>
          <p:cNvPr id="229"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31" name="PlaceHolder 2"/>
          <p:cNvSpPr>
            <a:spLocks noGrp="1"/>
          </p:cNvSpPr>
          <p:nvPr>
            <p:ph/>
          </p:nvPr>
        </p:nvSpPr>
        <p:spPr>
          <a:xfrm>
            <a:off x="1730880" y="1690560"/>
            <a:ext cx="9992880" cy="476748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_tradnl" sz="3600" b="0" strike="noStrike" spc="-1">
                <a:solidFill>
                  <a:srgbClr val="FFFFFF"/>
                </a:solidFill>
                <a:latin typeface="Calibri"/>
              </a:rPr>
              <a:t>Interfaz para administración de sistemas</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_tradnl" sz="3200" b="0" strike="noStrike" spc="-1">
                <a:solidFill>
                  <a:srgbClr val="FFFFFF"/>
                </a:solidFill>
                <a:latin typeface="Calibri"/>
              </a:rPr>
              <a:t>HP-UX: sam</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_tradnl" sz="3200" b="0" strike="noStrike" spc="-1">
                <a:solidFill>
                  <a:srgbClr val="FFFFFF"/>
                </a:solidFill>
                <a:latin typeface="Calibri"/>
              </a:rPr>
              <a:t>AIX: smit</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_tradnl" sz="3200" b="0" strike="noStrike" spc="-1">
                <a:solidFill>
                  <a:srgbClr val="FFFFFF"/>
                </a:solidFill>
                <a:latin typeface="Calibri"/>
              </a:rPr>
              <a:t>SCO UNIX: sysadminsh, scoadmin</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_tradnl" sz="3200" b="0" strike="noStrike" spc="-1">
                <a:solidFill>
                  <a:srgbClr val="FFFFFF"/>
                </a:solidFill>
                <a:latin typeface="Calibri"/>
              </a:rPr>
              <a:t>LINUX: linuxconf, (xadmin, lim, usercfg, netcfg)</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_tradnl" sz="3600" b="0" strike="noStrike" spc="-1">
                <a:solidFill>
                  <a:srgbClr val="FFFFFF"/>
                </a:solidFill>
                <a:latin typeface="Calibri"/>
              </a:rPr>
              <a:t>Edición de archivos</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_tradnl" sz="3200" b="0" strike="noStrike" spc="-1">
                <a:solidFill>
                  <a:srgbClr val="FFFFFF"/>
                </a:solidFill>
                <a:latin typeface="Calibri"/>
              </a:rPr>
              <a:t>Ventajas e inconvenientes</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3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33"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34" name="PlaceHolder 2"/>
          <p:cNvSpPr>
            <a:spLocks noGrp="1"/>
          </p:cNvSpPr>
          <p:nvPr>
            <p:ph/>
          </p:nvPr>
        </p:nvSpPr>
        <p:spPr>
          <a:xfrm>
            <a:off x="1730880" y="1690560"/>
            <a:ext cx="9992880" cy="4767480"/>
          </a:xfrm>
          <a:prstGeom prst="rect">
            <a:avLst/>
          </a:prstGeom>
          <a:noFill/>
          <a:ln w="0">
            <a:noFill/>
          </a:ln>
        </p:spPr>
        <p:txBody>
          <a:bodyPr anchor="t">
            <a:normAutofit fontScale="98000" lnSpcReduction="10000"/>
          </a:bodyPr>
          <a:lstStyle/>
          <a:p>
            <a:pPr marL="609480" indent="-609480">
              <a:lnSpc>
                <a:spcPct val="90000"/>
              </a:lnSpc>
              <a:spcBef>
                <a:spcPts val="1001"/>
              </a:spcBef>
              <a:buClr>
                <a:srgbClr val="FFFFFF"/>
              </a:buClr>
              <a:buFont typeface="Arial"/>
              <a:buChar char="•"/>
            </a:pPr>
            <a:r>
              <a:rPr lang="en-US" sz="2800" b="0" strike="noStrike" spc="-1">
                <a:solidFill>
                  <a:srgbClr val="FFFFFF"/>
                </a:solidFill>
                <a:latin typeface="Calibri"/>
              </a:rPr>
              <a:t>Arranque del sistema:</a:t>
            </a:r>
            <a:endParaRPr lang="es-PY" sz="28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ROM</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LILO / Grup / Programa de arranque del sistema (system’s boot program)</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Carga del kernel o nucleo del sistema</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Programa init (scripts de iniciación)</a:t>
            </a:r>
            <a:endParaRPr lang="es-PY" sz="2400" b="0" strike="noStrike" spc="-1">
              <a:solidFill>
                <a:srgbClr val="000000"/>
              </a:solidFill>
              <a:latin typeface="Calibri"/>
            </a:endParaRPr>
          </a:p>
          <a:p>
            <a:pPr marL="609480" indent="-609480">
              <a:lnSpc>
                <a:spcPct val="90000"/>
              </a:lnSpc>
              <a:spcBef>
                <a:spcPts val="1001"/>
              </a:spcBef>
              <a:buClr>
                <a:srgbClr val="FFFFFF"/>
              </a:buClr>
              <a:buFont typeface="Arial"/>
              <a:buChar char="•"/>
            </a:pPr>
            <a:r>
              <a:rPr lang="en-US" sz="2800" b="0" strike="noStrike" spc="-1">
                <a:solidFill>
                  <a:srgbClr val="FFFFFF"/>
                </a:solidFill>
                <a:latin typeface="Calibri"/>
              </a:rPr>
              <a:t>Apagado / Reinicio</a:t>
            </a:r>
            <a:endParaRPr lang="es-PY" sz="28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shutdown</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power off</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reboot</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init 0 (apagado)</a:t>
            </a:r>
            <a:endParaRPr lang="es-PY" sz="24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2400" b="0" strike="noStrike" spc="-1">
                <a:solidFill>
                  <a:srgbClr val="FFFFFF"/>
                </a:solidFill>
                <a:latin typeface="Calibri"/>
              </a:rPr>
              <a:t>init 6 (reboot)</a:t>
            </a:r>
            <a:endParaRPr lang="es-PY" sz="2400" b="0" strike="noStrike" spc="-1">
              <a:solidFill>
                <a:srgbClr val="000000"/>
              </a:solidFill>
              <a:latin typeface="Calibri"/>
            </a:endParaRPr>
          </a:p>
          <a:p>
            <a:pPr>
              <a:lnSpc>
                <a:spcPct val="90000"/>
              </a:lnSpc>
              <a:spcBef>
                <a:spcPts val="1001"/>
              </a:spcBef>
              <a:buNone/>
            </a:pPr>
            <a:endParaRPr lang="es-PY" sz="2400" b="0" strike="noStrike" spc="-1">
              <a:solidFill>
                <a:srgbClr val="000000"/>
              </a:solidFill>
              <a:latin typeface="Calibri"/>
            </a:endParaRPr>
          </a:p>
          <a:p>
            <a:pPr>
              <a:lnSpc>
                <a:spcPct val="90000"/>
              </a:lnSpc>
              <a:spcBef>
                <a:spcPts val="1001"/>
              </a:spcBef>
              <a:buNone/>
            </a:pPr>
            <a:endParaRPr lang="es-PY" sz="2400" b="0" strike="noStrike" spc="-1">
              <a:solidFill>
                <a:srgbClr val="000000"/>
              </a:solidFill>
              <a:latin typeface="Calibri"/>
            </a:endParaRPr>
          </a:p>
        </p:txBody>
      </p:sp>
      <p:sp>
        <p:nvSpPr>
          <p:cNvPr id="235"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37" name="PlaceHolder 2"/>
          <p:cNvSpPr>
            <a:spLocks noGrp="1"/>
          </p:cNvSpPr>
          <p:nvPr>
            <p:ph/>
          </p:nvPr>
        </p:nvSpPr>
        <p:spPr>
          <a:xfrm>
            <a:off x="838080" y="1690560"/>
            <a:ext cx="10199520" cy="4007520"/>
          </a:xfrm>
          <a:prstGeom prst="rect">
            <a:avLst/>
          </a:prstGeom>
          <a:noFill/>
          <a:ln w="0">
            <a:noFill/>
          </a:ln>
        </p:spPr>
        <p:txBody>
          <a:bodyPr anchor="t">
            <a:normAutofit/>
          </a:bodyPr>
          <a:lstStyle/>
          <a:p>
            <a:pPr marL="609480" indent="-609480">
              <a:lnSpc>
                <a:spcPct val="90000"/>
              </a:lnSpc>
              <a:spcBef>
                <a:spcPts val="1001"/>
              </a:spcBef>
              <a:buClr>
                <a:srgbClr val="FFFFFF"/>
              </a:buClr>
              <a:buFont typeface="Arial"/>
              <a:buChar char="•"/>
            </a:pPr>
            <a:r>
              <a:rPr lang="en-US" sz="3600" b="0" strike="noStrike" spc="-1">
                <a:solidFill>
                  <a:srgbClr val="FFFFFF"/>
                </a:solidFill>
                <a:latin typeface="Calibri"/>
              </a:rPr>
              <a:t>Instalar y actualizar el software</a:t>
            </a:r>
            <a:endParaRPr lang="es-PY" sz="36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3200" b="0" strike="noStrike" spc="-1">
                <a:solidFill>
                  <a:srgbClr val="FFFFFF"/>
                </a:solidFill>
                <a:latin typeface="Calibri"/>
              </a:rPr>
              <a:t>Qué aplicaciones necesitamos tener </a:t>
            </a:r>
            <a:endParaRPr lang="es-PY" sz="3200" b="0" strike="noStrike" spc="-1">
              <a:solidFill>
                <a:srgbClr val="000000"/>
              </a:solidFill>
              <a:latin typeface="Calibri"/>
            </a:endParaRPr>
          </a:p>
          <a:p>
            <a:pPr marL="1066680" lvl="1" indent="-609480">
              <a:lnSpc>
                <a:spcPct val="90000"/>
              </a:lnSpc>
              <a:spcBef>
                <a:spcPts val="499"/>
              </a:spcBef>
              <a:buClr>
                <a:srgbClr val="FFFFFF"/>
              </a:buClr>
              <a:buFont typeface="Arial"/>
              <a:buChar char="•"/>
            </a:pPr>
            <a:r>
              <a:rPr lang="en-US" sz="3200" b="0" strike="noStrike" spc="-1">
                <a:solidFill>
                  <a:srgbClr val="FFFFFF"/>
                </a:solidFill>
                <a:latin typeface="Calibri"/>
              </a:rPr>
              <a:t>Instalación de Software </a:t>
            </a:r>
            <a:endParaRPr lang="es-PY" sz="3200" b="0" strike="noStrike" spc="-1">
              <a:solidFill>
                <a:srgbClr val="000000"/>
              </a:solidFill>
              <a:latin typeface="Calibri"/>
            </a:endParaRPr>
          </a:p>
          <a:p>
            <a:pPr marL="1523880" lvl="2" indent="-609480">
              <a:lnSpc>
                <a:spcPct val="90000"/>
              </a:lnSpc>
              <a:spcBef>
                <a:spcPts val="499"/>
              </a:spcBef>
              <a:buClr>
                <a:srgbClr val="FFFFFF"/>
              </a:buClr>
              <a:buFont typeface="Arial"/>
              <a:buChar char="•"/>
            </a:pPr>
            <a:r>
              <a:rPr lang="en-US" sz="2800" b="0" strike="noStrike" spc="-1">
                <a:solidFill>
                  <a:srgbClr val="FFFFFF"/>
                </a:solidFill>
                <a:latin typeface="Calibri"/>
              </a:rPr>
              <a:t>Paquetes Binarios vs Código Fuente </a:t>
            </a:r>
            <a:endParaRPr lang="es-PY" sz="2800" b="0" strike="noStrike" spc="-1">
              <a:solidFill>
                <a:srgbClr val="000000"/>
              </a:solidFill>
              <a:latin typeface="Calibri"/>
            </a:endParaRPr>
          </a:p>
          <a:p>
            <a:pPr marL="1523880" lvl="2" indent="-609480">
              <a:lnSpc>
                <a:spcPct val="90000"/>
              </a:lnSpc>
              <a:spcBef>
                <a:spcPts val="499"/>
              </a:spcBef>
              <a:buClr>
                <a:srgbClr val="FFFFFF"/>
              </a:buClr>
              <a:buFont typeface="Arial"/>
              <a:buChar char="•"/>
            </a:pPr>
            <a:r>
              <a:rPr lang="en-US" sz="2800" b="0" strike="noStrike" spc="-1">
                <a:solidFill>
                  <a:srgbClr val="FFFFFF"/>
                </a:solidFill>
                <a:latin typeface="Calibri"/>
              </a:rPr>
              <a:t>Tipos de Paquetes binarios: rpm, deb, tgz </a:t>
            </a:r>
            <a:endParaRPr lang="es-PY" sz="2800" b="0" strike="noStrike" spc="-1">
              <a:solidFill>
                <a:srgbClr val="000000"/>
              </a:solidFill>
              <a:latin typeface="Calibri"/>
            </a:endParaRPr>
          </a:p>
          <a:p>
            <a:pPr marL="1523880" lvl="2" indent="-609480">
              <a:lnSpc>
                <a:spcPct val="90000"/>
              </a:lnSpc>
              <a:spcBef>
                <a:spcPts val="499"/>
              </a:spcBef>
              <a:buClr>
                <a:srgbClr val="FFFFFF"/>
              </a:buClr>
              <a:buFont typeface="Arial"/>
              <a:buChar char="•"/>
            </a:pPr>
            <a:r>
              <a:rPr lang="en-US" sz="2800" b="0" strike="noStrike" spc="-1">
                <a:solidFill>
                  <a:srgbClr val="FFFFFF"/>
                </a:solidFill>
                <a:latin typeface="Calibri"/>
              </a:rPr>
              <a:t>Forma de instalación: </a:t>
            </a:r>
            <a:endParaRPr lang="es-PY" sz="2800" b="0" strike="noStrike" spc="-1">
              <a:solidFill>
                <a:srgbClr val="000000"/>
              </a:solidFill>
              <a:latin typeface="Calibri"/>
            </a:endParaRPr>
          </a:p>
          <a:p>
            <a:pPr marL="1981080" lvl="3" indent="-609480">
              <a:lnSpc>
                <a:spcPct val="90000"/>
              </a:lnSpc>
              <a:spcBef>
                <a:spcPts val="499"/>
              </a:spcBef>
              <a:buClr>
                <a:srgbClr val="FFFFFF"/>
              </a:buClr>
              <a:buFont typeface="Arial"/>
              <a:buChar char="•"/>
            </a:pPr>
            <a:r>
              <a:rPr lang="en-US" sz="2400" b="0" strike="noStrike" spc="-1">
                <a:solidFill>
                  <a:srgbClr val="FFFFFF"/>
                </a:solidFill>
                <a:latin typeface="Calibri"/>
              </a:rPr>
              <a:t>entorno gráfico: yast, dselect, synaptic, etc. </a:t>
            </a:r>
            <a:endParaRPr lang="es-PY" sz="2400" b="0" strike="noStrike" spc="-1">
              <a:solidFill>
                <a:srgbClr val="000000"/>
              </a:solidFill>
              <a:latin typeface="Calibri"/>
            </a:endParaRPr>
          </a:p>
          <a:p>
            <a:pPr marL="1981080" lvl="3" indent="-609480">
              <a:lnSpc>
                <a:spcPct val="90000"/>
              </a:lnSpc>
              <a:spcBef>
                <a:spcPts val="499"/>
              </a:spcBef>
              <a:buClr>
                <a:srgbClr val="FFFFFF"/>
              </a:buClr>
              <a:buFont typeface="Arial"/>
              <a:buChar char="•"/>
            </a:pPr>
            <a:r>
              <a:rPr lang="en-US" sz="2400" b="0" strike="noStrike" spc="-1">
                <a:solidFill>
                  <a:srgbClr val="FFFFFF"/>
                </a:solidFill>
                <a:latin typeface="Calibri"/>
              </a:rPr>
              <a:t>consola: rpm, dpkg/apt-get, dnf/yum, pacman, homebrew, etc.</a:t>
            </a:r>
            <a:endParaRPr lang="es-PY" sz="2400" b="0" strike="noStrike" spc="-1">
              <a:solidFill>
                <a:srgbClr val="000000"/>
              </a:solidFill>
              <a:latin typeface="Calibri"/>
            </a:endParaRPr>
          </a:p>
          <a:p>
            <a:pPr>
              <a:lnSpc>
                <a:spcPct val="90000"/>
              </a:lnSpc>
              <a:spcBef>
                <a:spcPts val="1001"/>
              </a:spcBef>
              <a:buNone/>
            </a:pPr>
            <a:endParaRPr lang="es-PY" sz="2400" b="0" strike="noStrike" spc="-1">
              <a:solidFill>
                <a:srgbClr val="000000"/>
              </a:solidFill>
              <a:latin typeface="Calibri"/>
            </a:endParaRPr>
          </a:p>
          <a:p>
            <a:pPr>
              <a:lnSpc>
                <a:spcPct val="90000"/>
              </a:lnSpc>
              <a:spcBef>
                <a:spcPts val="1001"/>
              </a:spcBef>
              <a:buNone/>
            </a:pPr>
            <a:endParaRPr lang="es-PY" sz="2400" b="0" strike="noStrike" spc="-1">
              <a:solidFill>
                <a:srgbClr val="000000"/>
              </a:solidFill>
              <a:latin typeface="Calibri"/>
            </a:endParaRPr>
          </a:p>
        </p:txBody>
      </p:sp>
      <p:sp>
        <p:nvSpPr>
          <p:cNvPr id="238"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40" name="PlaceHolder 2"/>
          <p:cNvSpPr>
            <a:spLocks noGrp="1"/>
          </p:cNvSpPr>
          <p:nvPr>
            <p:ph/>
          </p:nvPr>
        </p:nvSpPr>
        <p:spPr>
          <a:xfrm>
            <a:off x="838080" y="1690560"/>
            <a:ext cx="10199520" cy="400752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Agregar y eliminar hardware</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Un Dispositivo es un archivo: /dev (devfs) ó /sysfs (udev)</a:t>
            </a:r>
            <a:endParaRPr lang="es-PY" sz="32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2800" b="0" strike="noStrike" spc="-1">
                <a:solidFill>
                  <a:srgbClr val="FFFFFF"/>
                </a:solidFill>
                <a:latin typeface="Calibri"/>
              </a:rPr>
              <a:t>Comandos de gestión: lsmod, insmod, rmmod, modinfo, modprobe </a:t>
            </a:r>
            <a:endParaRPr lang="es-PY" sz="28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2800" b="0" strike="noStrike" spc="-1">
                <a:solidFill>
                  <a:srgbClr val="FFFFFF"/>
                </a:solidFill>
                <a:latin typeface="Calibri"/>
              </a:rPr>
              <a:t>Archivos de Configuración (según distribución): modules.conf </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Proceso General: encontrar módulo para el dispositivo, compilar/instalar el módulo, cargar el módulo (se crea el dispositivo), gestionar permisos </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41"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42"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43" name="PlaceHolder 2"/>
          <p:cNvSpPr>
            <a:spLocks noGrp="1"/>
          </p:cNvSpPr>
          <p:nvPr>
            <p:ph/>
          </p:nvPr>
        </p:nvSpPr>
        <p:spPr>
          <a:xfrm>
            <a:off x="838080" y="1690560"/>
            <a:ext cx="10199520" cy="400752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Realización de copias de seguridad.</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tar (tar cvfz output.tgz input…)</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dd (dd if=/dev/hda1 of=/home.hda1.bin)</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dd + gzip (dd if=/dev/hda1 | gzip &gt; /home.hda1.bin.gz)</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44"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46" name="PlaceHolder 2"/>
          <p:cNvSpPr>
            <a:spLocks noGrp="1"/>
          </p:cNvSpPr>
          <p:nvPr>
            <p:ph/>
          </p:nvPr>
        </p:nvSpPr>
        <p:spPr>
          <a:xfrm>
            <a:off x="838080" y="1690560"/>
            <a:ext cx="10199520" cy="4007520"/>
          </a:xfrm>
          <a:prstGeom prst="rect">
            <a:avLst/>
          </a:prstGeom>
          <a:noFill/>
          <a:ln w="0">
            <a:noFill/>
          </a:ln>
        </p:spPr>
        <p:txBody>
          <a:bodyPr anchor="t">
            <a:normAutofit fontScale="71000" lnSpcReduction="10000"/>
          </a:bodyPr>
          <a:lstStyle/>
          <a:p>
            <a:pPr marL="228600" indent="-228600">
              <a:lnSpc>
                <a:spcPct val="90000"/>
              </a:lnSpc>
              <a:spcBef>
                <a:spcPts val="1001"/>
              </a:spcBef>
              <a:buClr>
                <a:srgbClr val="FFFFFF"/>
              </a:buClr>
              <a:buFont typeface="Arial"/>
              <a:buChar char="•"/>
            </a:pPr>
            <a:r>
              <a:rPr lang="es-ES" sz="3900" b="0" strike="noStrike" spc="-1">
                <a:solidFill>
                  <a:srgbClr val="FFFFFF"/>
                </a:solidFill>
                <a:latin typeface="Calibri"/>
              </a:rPr>
              <a:t>Monitorizar el sistema</a:t>
            </a:r>
            <a:endParaRPr lang="es-PY" sz="39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500" b="0" strike="noStrike" spc="-1">
                <a:solidFill>
                  <a:srgbClr val="FFFFFF"/>
                </a:solidFill>
                <a:latin typeface="Calibri"/>
              </a:rPr>
              <a:t>Recursos del sistema</a:t>
            </a:r>
            <a:endParaRPr lang="es-PY" sz="35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top/htop	• vmstat</a:t>
            </a:r>
            <a:endParaRPr lang="es-PY" sz="3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iostat	• lsoft</a:t>
            </a:r>
            <a:endParaRPr lang="es-PY" sz="3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ps		• free</a:t>
            </a:r>
            <a:endParaRPr lang="es-PY" sz="30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500" b="0" strike="noStrike" spc="-1">
                <a:solidFill>
                  <a:srgbClr val="FFFFFF"/>
                </a:solidFill>
                <a:latin typeface="Calibri"/>
              </a:rPr>
              <a:t>Uso del sistema de ficheros</a:t>
            </a:r>
            <a:endParaRPr lang="es-PY" sz="35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df	 	• du</a:t>
            </a:r>
            <a:endParaRPr lang="es-PY" sz="3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Cuotas (quote)</a:t>
            </a:r>
            <a:endParaRPr lang="es-PY" sz="30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500" b="0" strike="noStrike" spc="-1">
                <a:solidFill>
                  <a:srgbClr val="FFFFFF"/>
                </a:solidFill>
                <a:latin typeface="Calibri"/>
              </a:rPr>
              <a:t>Monitorizando’ a los usuarios</a:t>
            </a:r>
            <a:endParaRPr lang="es-PY" sz="35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who		 • w</a:t>
            </a:r>
            <a:endParaRPr lang="es-PY" sz="30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3000" b="0" strike="noStrike" spc="-1">
                <a:solidFill>
                  <a:srgbClr val="FFFFFF"/>
                </a:solidFill>
                <a:latin typeface="Calibri"/>
              </a:rPr>
              <a:t>nice / renice</a:t>
            </a:r>
            <a:endParaRPr lang="es-PY" sz="3000" b="0" strike="noStrike" spc="-1">
              <a:solidFill>
                <a:srgbClr val="000000"/>
              </a:solidFill>
              <a:latin typeface="Calibri"/>
            </a:endParaRPr>
          </a:p>
          <a:p>
            <a:pPr>
              <a:lnSpc>
                <a:spcPct val="90000"/>
              </a:lnSpc>
              <a:spcBef>
                <a:spcPts val="1001"/>
              </a:spcBef>
              <a:buNone/>
            </a:pPr>
            <a:endParaRPr lang="es-PY" sz="3000" b="0" strike="noStrike" spc="-1">
              <a:solidFill>
                <a:srgbClr val="000000"/>
              </a:solidFill>
              <a:latin typeface="Calibri"/>
            </a:endParaRPr>
          </a:p>
          <a:p>
            <a:pPr>
              <a:lnSpc>
                <a:spcPct val="90000"/>
              </a:lnSpc>
              <a:spcBef>
                <a:spcPts val="1001"/>
              </a:spcBef>
              <a:buNone/>
            </a:pPr>
            <a:endParaRPr lang="es-PY" sz="3000" b="0" strike="noStrike" spc="-1">
              <a:solidFill>
                <a:srgbClr val="000000"/>
              </a:solidFill>
              <a:latin typeface="Calibri"/>
            </a:endParaRPr>
          </a:p>
        </p:txBody>
      </p:sp>
      <p:sp>
        <p:nvSpPr>
          <p:cNvPr id="247"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248" name="TextBox 5"/>
          <p:cNvSpPr/>
          <p:nvPr/>
        </p:nvSpPr>
        <p:spPr>
          <a:xfrm>
            <a:off x="3049200" y="3244320"/>
            <a:ext cx="6098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ES" sz="1800" b="0" strike="noStrike" spc="-1">
                <a:solidFill>
                  <a:srgbClr val="FFFFFF"/>
                </a:solidFill>
                <a:latin typeface="Calibri"/>
              </a:rPr>
              <a:t>	• lsoft</a:t>
            </a:r>
            <a:endParaRPr lang="es-US" sz="18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50" name="PlaceHolder 2"/>
          <p:cNvSpPr>
            <a:spLocks noGrp="1"/>
          </p:cNvSpPr>
          <p:nvPr>
            <p:ph/>
          </p:nvPr>
        </p:nvSpPr>
        <p:spPr>
          <a:xfrm>
            <a:off x="838080" y="2041200"/>
            <a:ext cx="10199520" cy="36572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Localización de problemas</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‘logs’ del sistema</a:t>
            </a:r>
            <a:endParaRPr lang="es-PY" sz="32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Mantenimiento de la documentación</a:t>
            </a:r>
            <a:endParaRPr lang="es-PY" sz="36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Seguridad</a:t>
            </a:r>
            <a:endParaRPr lang="es-PY" sz="36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Ayudar a los usuarios</a:t>
            </a:r>
            <a:endParaRPr lang="es-PY" sz="3600" b="0" strike="noStrike" spc="-1">
              <a:solidFill>
                <a:srgbClr val="000000"/>
              </a:solidFill>
              <a:latin typeface="Calibri"/>
            </a:endParaRPr>
          </a:p>
          <a:p>
            <a:pPr>
              <a:lnSpc>
                <a:spcPct val="90000"/>
              </a:lnSpc>
              <a:spcBef>
                <a:spcPts val="1001"/>
              </a:spcBef>
              <a:buNone/>
            </a:pPr>
            <a:endParaRPr lang="es-PY" sz="3600" b="0" strike="noStrike" spc="-1">
              <a:solidFill>
                <a:srgbClr val="000000"/>
              </a:solidFill>
              <a:latin typeface="Calibri"/>
            </a:endParaRPr>
          </a:p>
        </p:txBody>
      </p:sp>
      <p:sp>
        <p:nvSpPr>
          <p:cNvPr id="251"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52"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53" name="PlaceHolder 2"/>
          <p:cNvSpPr>
            <a:spLocks noGrp="1"/>
          </p:cNvSpPr>
          <p:nvPr>
            <p:ph/>
          </p:nvPr>
        </p:nvSpPr>
        <p:spPr>
          <a:xfrm>
            <a:off x="1322640" y="1690560"/>
            <a:ext cx="10237680" cy="400752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Interfaz Gráfica de Usuario (GUI).</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Es una nueva forma de ver el sistema operativo.</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Trata de poner, con un conjunto de imágenes y objetos gráficos, la información y acciones disponibles.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Se manipulan habitualmente con el ratón.</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Permite una más fácil interacción con el ordenador.</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Es una evolución de los intérpretes de órdenes (intérpretes de ‘comandos’).</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54"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55"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56" name="PlaceHolder 2"/>
          <p:cNvSpPr>
            <a:spLocks noGrp="1"/>
          </p:cNvSpPr>
          <p:nvPr>
            <p:ph/>
          </p:nvPr>
        </p:nvSpPr>
        <p:spPr>
          <a:xfrm>
            <a:off x="1175760" y="1453320"/>
            <a:ext cx="10384560" cy="4359240"/>
          </a:xfrm>
          <a:prstGeom prst="rect">
            <a:avLst/>
          </a:prstGeom>
          <a:noFill/>
          <a:ln w="0">
            <a:noFill/>
          </a:ln>
        </p:spPr>
        <p:txBody>
          <a:bodyPr anchor="t">
            <a:normAutofit fontScale="81000" lnSpcReduction="10000"/>
          </a:bodyPr>
          <a:lstStyle/>
          <a:p>
            <a:pPr marL="228600" indent="-228600">
              <a:lnSpc>
                <a:spcPct val="80000"/>
              </a:lnSpc>
              <a:spcBef>
                <a:spcPts val="1001"/>
              </a:spcBef>
              <a:buClr>
                <a:srgbClr val="FFFFFF"/>
              </a:buClr>
              <a:buFont typeface="Arial"/>
              <a:buChar char="•"/>
            </a:pPr>
            <a:r>
              <a:rPr lang="es-ES" sz="3000" b="0" strike="noStrike" spc="-1">
                <a:solidFill>
                  <a:srgbClr val="FFFFFF"/>
                </a:solidFill>
                <a:latin typeface="Calibri"/>
              </a:rPr>
              <a:t>1973. Xerox Alto.</a:t>
            </a:r>
            <a:endParaRPr lang="es-PY" sz="30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Objetivo básico de encontrar un modelo óptimo de interacción persona-ordenador.</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Definición de sus elementos básicos.</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Customización por parte del usuario </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La intención por parte de Xerox fue la de desarrollar:</a:t>
            </a:r>
            <a:endParaRPr lang="es-PY" sz="2600" b="0" strike="noStrike" spc="-1">
              <a:solidFill>
                <a:srgbClr val="000000"/>
              </a:solidFill>
              <a:latin typeface="Calibri"/>
            </a:endParaRPr>
          </a:p>
          <a:p>
            <a:pPr marL="1143000" lvl="2" indent="-228600">
              <a:lnSpc>
                <a:spcPct val="80000"/>
              </a:lnSpc>
              <a:spcBef>
                <a:spcPts val="499"/>
              </a:spcBef>
              <a:buClr>
                <a:srgbClr val="FFFFFF"/>
              </a:buClr>
              <a:buFont typeface="Arial"/>
              <a:buChar char="•"/>
            </a:pPr>
            <a:r>
              <a:rPr lang="es-ES" sz="2200" b="0" strike="noStrike" spc="-1">
                <a:solidFill>
                  <a:srgbClr val="FFFFFF"/>
                </a:solidFill>
                <a:latin typeface="Calibri"/>
              </a:rPr>
              <a:t>un sistema informático pequeño y transportable</a:t>
            </a:r>
            <a:endParaRPr lang="es-PY" sz="2200" b="0" strike="noStrike" spc="-1">
              <a:solidFill>
                <a:srgbClr val="000000"/>
              </a:solidFill>
              <a:latin typeface="Calibri"/>
            </a:endParaRPr>
          </a:p>
          <a:p>
            <a:pPr marL="1143000" lvl="2" indent="-228600">
              <a:lnSpc>
                <a:spcPct val="80000"/>
              </a:lnSpc>
              <a:spcBef>
                <a:spcPts val="499"/>
              </a:spcBef>
              <a:buClr>
                <a:srgbClr val="FFFFFF"/>
              </a:buClr>
              <a:buFont typeface="Arial"/>
              <a:buChar char="•"/>
            </a:pPr>
            <a:r>
              <a:rPr lang="es-ES" sz="2200" b="0" strike="noStrike" spc="-1">
                <a:solidFill>
                  <a:srgbClr val="FFFFFF"/>
                </a:solidFill>
                <a:latin typeface="Calibri"/>
              </a:rPr>
              <a:t>con capacidad para ser ubicado en una oficina</a:t>
            </a:r>
            <a:endParaRPr lang="es-PY" sz="2200" b="0" strike="noStrike" spc="-1">
              <a:solidFill>
                <a:srgbClr val="000000"/>
              </a:solidFill>
              <a:latin typeface="Calibri"/>
            </a:endParaRPr>
          </a:p>
          <a:p>
            <a:pPr marL="1143000" lvl="2" indent="-228600">
              <a:lnSpc>
                <a:spcPct val="80000"/>
              </a:lnSpc>
              <a:spcBef>
                <a:spcPts val="499"/>
              </a:spcBef>
              <a:buClr>
                <a:srgbClr val="FFFFFF"/>
              </a:buClr>
              <a:buFont typeface="Arial"/>
              <a:buChar char="•"/>
            </a:pPr>
            <a:r>
              <a:rPr lang="es-ES" sz="2200" b="0" strike="noStrike" spc="-1">
                <a:solidFill>
                  <a:srgbClr val="FFFFFF"/>
                </a:solidFill>
                <a:latin typeface="Calibri"/>
              </a:rPr>
              <a:t>capacidad para poder manejar un sistema operativo con interfaz gráfica</a:t>
            </a:r>
            <a:endParaRPr lang="es-PY" sz="2200" b="0" strike="noStrike" spc="-1">
              <a:solidFill>
                <a:srgbClr val="000000"/>
              </a:solidFill>
              <a:latin typeface="Calibri"/>
            </a:endParaRPr>
          </a:p>
          <a:p>
            <a:pPr marL="1143000" lvl="2" indent="-228600">
              <a:lnSpc>
                <a:spcPct val="80000"/>
              </a:lnSpc>
              <a:spcBef>
                <a:spcPts val="499"/>
              </a:spcBef>
              <a:buClr>
                <a:srgbClr val="FFFFFF"/>
              </a:buClr>
              <a:buFont typeface="Arial"/>
              <a:buChar char="•"/>
            </a:pPr>
            <a:r>
              <a:rPr lang="es-ES" sz="2200" b="0" strike="noStrike" spc="-1">
                <a:solidFill>
                  <a:srgbClr val="FFFFFF"/>
                </a:solidFill>
                <a:latin typeface="Calibri"/>
              </a:rPr>
              <a:t>compartir información de forma sencilla.</a:t>
            </a:r>
            <a:endParaRPr lang="es-PY" sz="2200" b="0" strike="noStrike" spc="-1">
              <a:solidFill>
                <a:srgbClr val="000000"/>
              </a:solidFill>
              <a:latin typeface="Calibri"/>
            </a:endParaRPr>
          </a:p>
          <a:p>
            <a:pPr marL="228600" indent="-228600">
              <a:lnSpc>
                <a:spcPct val="80000"/>
              </a:lnSpc>
              <a:spcBef>
                <a:spcPts val="1001"/>
              </a:spcBef>
              <a:buClr>
                <a:srgbClr val="FFFFFF"/>
              </a:buClr>
              <a:buFont typeface="Arial"/>
              <a:buChar char="•"/>
            </a:pPr>
            <a:r>
              <a:rPr lang="es-ES" sz="3000" b="0" strike="noStrike" spc="-1">
                <a:solidFill>
                  <a:srgbClr val="FFFFFF"/>
                </a:solidFill>
                <a:latin typeface="Calibri"/>
              </a:rPr>
              <a:t>1981. Xerox Star 8010: “La oficina del futuro”</a:t>
            </a:r>
            <a:endParaRPr lang="es-PY" sz="30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Facilidad de uso.			- Concepto de WYSIWYG</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Capacidad de automatización	- Medio de edición y publicación</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Facilitar tareas de oficina	- Coste elevado (200 investigadores)</a:t>
            </a:r>
            <a:endParaRPr lang="es-PY" sz="2600" b="0" strike="noStrike" spc="-1">
              <a:solidFill>
                <a:srgbClr val="000000"/>
              </a:solidFill>
              <a:latin typeface="Calibri"/>
            </a:endParaRPr>
          </a:p>
          <a:p>
            <a:pPr marL="685800" lvl="1" indent="-228600">
              <a:lnSpc>
                <a:spcPct val="80000"/>
              </a:lnSpc>
              <a:spcBef>
                <a:spcPts val="499"/>
              </a:spcBef>
              <a:buClr>
                <a:srgbClr val="FFFFFF"/>
              </a:buClr>
              <a:buFont typeface="Arial"/>
              <a:buChar char="•"/>
            </a:pPr>
            <a:r>
              <a:rPr lang="es-ES" sz="2600" b="0" strike="noStrike" spc="-1">
                <a:solidFill>
                  <a:srgbClr val="FFFFFF"/>
                </a:solidFill>
                <a:latin typeface="Calibri"/>
              </a:rPr>
              <a:t>Introduce la metáfora de ‘escritorio’</a:t>
            </a:r>
            <a:endParaRPr lang="es-PY" sz="2600" b="0" strike="noStrike" spc="-1">
              <a:solidFill>
                <a:srgbClr val="000000"/>
              </a:solidFill>
              <a:latin typeface="Calibri"/>
            </a:endParaRPr>
          </a:p>
          <a:p>
            <a:pPr>
              <a:lnSpc>
                <a:spcPct val="90000"/>
              </a:lnSpc>
              <a:spcBef>
                <a:spcPts val="1001"/>
              </a:spcBef>
              <a:buNone/>
            </a:pPr>
            <a:endParaRPr lang="es-PY" sz="2600" b="0" strike="noStrike" spc="-1">
              <a:solidFill>
                <a:srgbClr val="000000"/>
              </a:solidFill>
              <a:latin typeface="Calibri"/>
            </a:endParaRPr>
          </a:p>
        </p:txBody>
      </p:sp>
      <p:sp>
        <p:nvSpPr>
          <p:cNvPr id="257"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59" name="PlaceHolder 2"/>
          <p:cNvSpPr>
            <a:spLocks noGrp="1"/>
          </p:cNvSpPr>
          <p:nvPr>
            <p:ph/>
          </p:nvPr>
        </p:nvSpPr>
        <p:spPr>
          <a:xfrm>
            <a:off x="1240920" y="1690560"/>
            <a:ext cx="10384560" cy="43592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Características esenciales:</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Sistema de ventanas sobrepuestas.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Manejo de múltiples elementos en el escritorio de trabajo.</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Metáfora de escritorio.</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Representación de los ficheros mediante iconos.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Estandarización de tareas sobre ficheros:</a:t>
            </a:r>
            <a:endParaRPr lang="es-PY" sz="3200" b="0" strike="noStrike" spc="-1">
              <a:solidFill>
                <a:srgbClr val="000000"/>
              </a:solidFill>
              <a:latin typeface="Calibri"/>
            </a:endParaRPr>
          </a:p>
          <a:p>
            <a:pPr marL="1143000" lvl="2" indent="-228600">
              <a:lnSpc>
                <a:spcPct val="90000"/>
              </a:lnSpc>
              <a:spcBef>
                <a:spcPts val="499"/>
              </a:spcBef>
              <a:buClr>
                <a:srgbClr val="FFFFFF"/>
              </a:buClr>
              <a:buFont typeface="Arial"/>
              <a:buChar char="•"/>
            </a:pPr>
            <a:r>
              <a:rPr lang="es-ES" sz="2800" b="0" strike="noStrike" spc="-1">
                <a:solidFill>
                  <a:srgbClr val="FFFFFF"/>
                </a:solidFill>
                <a:latin typeface="Calibri"/>
              </a:rPr>
              <a:t>Mover, Copiar, Abrir, Borrar, Mostrar Propiedades.</a:t>
            </a:r>
            <a:endParaRPr lang="es-PY" sz="2800" b="0" strike="noStrike" spc="-1">
              <a:solidFill>
                <a:srgbClr val="000000"/>
              </a:solidFill>
              <a:latin typeface="Calibri"/>
            </a:endParaRPr>
          </a:p>
          <a:p>
            <a:pPr>
              <a:lnSpc>
                <a:spcPct val="90000"/>
              </a:lnSpc>
              <a:spcBef>
                <a:spcPts val="1417"/>
              </a:spcBef>
              <a:buNone/>
            </a:pP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60"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62" name="PlaceHolder 2"/>
          <p:cNvSpPr>
            <a:spLocks noGrp="1"/>
          </p:cNvSpPr>
          <p:nvPr>
            <p:ph/>
          </p:nvPr>
        </p:nvSpPr>
        <p:spPr>
          <a:xfrm>
            <a:off x="1240920" y="1690560"/>
            <a:ext cx="10384560" cy="4359240"/>
          </a:xfrm>
          <a:prstGeom prst="rect">
            <a:avLst/>
          </a:prstGeom>
          <a:noFill/>
          <a:ln w="0">
            <a:noFill/>
          </a:ln>
        </p:spPr>
        <p:txBody>
          <a:bodyPr anchor="t">
            <a:normAutofit fontScale="98000"/>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1983: Apple Lisa: Trabajo de oficina</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1984: Apple Macintosh: Informática personal</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1985: GEM (Digital Research). Integrado con DOS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1985: Amiga WorkBench (Commodore)</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1985: Microsoft Windows 1.0</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1986: Commodore GEOS: Inclusión de aplicaciones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Calendario	- Procesador de textos</a:t>
            </a:r>
            <a:endParaRPr lang="es-PY" sz="24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1987: Risc OS: Inclusión de la barra de tareas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1989: Next STEP: Scroll, columnas con información,…</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63"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4800" b="0" strike="noStrike" spc="-1">
                <a:solidFill>
                  <a:srgbClr val="FFFFFF"/>
                </a:solidFill>
                <a:latin typeface="Calibri Light"/>
              </a:rPr>
              <a:t>Administración básica del sistema</a:t>
            </a:r>
            <a:endParaRPr lang="es-PY" sz="4800" b="0" strike="noStrike" spc="-1">
              <a:solidFill>
                <a:srgbClr val="000000"/>
              </a:solidFill>
              <a:latin typeface="Calibri"/>
            </a:endParaRPr>
          </a:p>
        </p:txBody>
      </p:sp>
      <p:sp>
        <p:nvSpPr>
          <p:cNvPr id="265" name="PlaceHolder 2"/>
          <p:cNvSpPr>
            <a:spLocks noGrp="1"/>
          </p:cNvSpPr>
          <p:nvPr>
            <p:ph/>
          </p:nvPr>
        </p:nvSpPr>
        <p:spPr>
          <a:xfrm>
            <a:off x="1240920" y="1690560"/>
            <a:ext cx="10384560" cy="4359240"/>
          </a:xfrm>
          <a:prstGeom prst="rect">
            <a:avLst/>
          </a:prstGeom>
          <a:noFill/>
          <a:ln w="0">
            <a:noFill/>
          </a:ln>
        </p:spPr>
        <p:txBody>
          <a:bodyPr anchor="t">
            <a:normAutofit fontScale="94000" lnSpcReduction="10000"/>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1993: CDE/Motif</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1995: Windows 95</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Escritorio orientado a objetos en vez de aplicaciones</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Posibilidad de configuración y administración del equipo desde la interfaz</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Aparición del ‘menú de inicio’</a:t>
            </a:r>
            <a:endParaRPr lang="es-PY" sz="24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400" b="0" strike="noStrike" spc="-1">
                <a:solidFill>
                  <a:srgbClr val="FFFFFF"/>
                </a:solidFill>
                <a:latin typeface="Calibri"/>
              </a:rPr>
              <a:t>Aparición del ‘asistente’</a:t>
            </a:r>
            <a:endParaRPr lang="es-PY" sz="24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1995: BeOS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1998: KDE (K - Desktop Environment)</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1999: Gnome</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2001: MAC OS X: Aqua</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66"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67"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5400" b="0" strike="noStrike" spc="-1">
                <a:solidFill>
                  <a:srgbClr val="FFFFFF"/>
                </a:solidFill>
                <a:latin typeface="Calibri Light"/>
              </a:rPr>
              <a:t>Intérpretes de ordenes (shell)</a:t>
            </a:r>
            <a:endParaRPr lang="es-PY" sz="5400" b="0" strike="noStrike" spc="-1">
              <a:solidFill>
                <a:srgbClr val="000000"/>
              </a:solidFill>
              <a:latin typeface="Calibri"/>
            </a:endParaRPr>
          </a:p>
        </p:txBody>
      </p:sp>
      <p:sp>
        <p:nvSpPr>
          <p:cNvPr id="268" name="PlaceHolder 2"/>
          <p:cNvSpPr>
            <a:spLocks noGrp="1"/>
          </p:cNvSpPr>
          <p:nvPr>
            <p:ph/>
          </p:nvPr>
        </p:nvSpPr>
        <p:spPr>
          <a:xfrm>
            <a:off x="1240920" y="1690560"/>
            <a:ext cx="10384560" cy="43592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Trabajo original con los ordenadores</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Consola con interfaz texto.</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Terminales.</a:t>
            </a:r>
            <a:endParaRPr lang="es-PY" sz="2800" b="0" strike="noStrike" spc="-1">
              <a:solidFill>
                <a:srgbClr val="000000"/>
              </a:solidFill>
              <a:latin typeface="Calibri"/>
            </a:endParaRPr>
          </a:p>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Intérprete de órdenes del sistema operativo</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shell: Oculta al usuario los entresijos del sistema a través de la interfaz.</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Es un programa del sistema, pero no pertenece al kernel.</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69"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70"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5400" b="0" strike="noStrike" spc="-1">
                <a:solidFill>
                  <a:srgbClr val="FFFFFF"/>
                </a:solidFill>
                <a:latin typeface="Calibri Light"/>
              </a:rPr>
              <a:t>Intérpretes de ordenes (shell)</a:t>
            </a:r>
            <a:endParaRPr lang="es-PY" sz="5400" b="0" strike="noStrike" spc="-1">
              <a:solidFill>
                <a:srgbClr val="000000"/>
              </a:solidFill>
              <a:latin typeface="Calibri"/>
            </a:endParaRPr>
          </a:p>
        </p:txBody>
      </p:sp>
      <p:sp>
        <p:nvSpPr>
          <p:cNvPr id="271" name="PlaceHolder 2"/>
          <p:cNvSpPr>
            <a:spLocks noGrp="1"/>
          </p:cNvSpPr>
          <p:nvPr>
            <p:ph/>
          </p:nvPr>
        </p:nvSpPr>
        <p:spPr>
          <a:xfrm>
            <a:off x="1240920" y="1690560"/>
            <a:ext cx="10384560" cy="4359240"/>
          </a:xfrm>
          <a:prstGeom prst="rect">
            <a:avLst/>
          </a:prstGeom>
          <a:noFill/>
          <a:ln w="0">
            <a:noFill/>
          </a:ln>
        </p:spPr>
        <p:txBody>
          <a:bodyPr anchor="t">
            <a:normAutofit/>
          </a:bodyPr>
          <a:lstStyle/>
          <a:p>
            <a:pPr marL="228600" indent="-228600">
              <a:lnSpc>
                <a:spcPct val="90000"/>
              </a:lnSpc>
              <a:spcBef>
                <a:spcPts val="1001"/>
              </a:spcBef>
              <a:buClr>
                <a:srgbClr val="FFFFFF"/>
              </a:buClr>
              <a:buFont typeface="Arial"/>
              <a:buChar char="•"/>
            </a:pPr>
            <a:r>
              <a:rPr lang="es-ES" sz="3600" b="0" strike="noStrike" spc="-1">
                <a:solidFill>
                  <a:srgbClr val="FFFFFF"/>
                </a:solidFill>
                <a:latin typeface="Calibri"/>
              </a:rPr>
              <a:t>Órdenes del sistema operativo:</a:t>
            </a:r>
            <a:endParaRPr lang="es-PY" sz="36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1" strike="noStrike" spc="-1">
                <a:solidFill>
                  <a:srgbClr val="FFFFFF"/>
                </a:solidFill>
                <a:latin typeface="Calibri"/>
              </a:rPr>
              <a:t>POSIX</a:t>
            </a:r>
            <a:r>
              <a:rPr lang="es-ES" sz="3200" b="0" strike="noStrike" spc="-1">
                <a:solidFill>
                  <a:srgbClr val="FFFFFF"/>
                </a:solidFill>
                <a:latin typeface="Calibri"/>
              </a:rPr>
              <a:t> como estándar de órdenes de UNIX	</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1" strike="noStrike" spc="-1">
                <a:solidFill>
                  <a:srgbClr val="FFFFFF"/>
                </a:solidFill>
                <a:latin typeface="Calibri"/>
              </a:rPr>
              <a:t>Single Unix Specification</a:t>
            </a:r>
            <a:r>
              <a:rPr lang="es-ES" sz="3200" b="0" strike="noStrike" spc="-1">
                <a:solidFill>
                  <a:srgbClr val="FFFFFF"/>
                </a:solidFill>
                <a:latin typeface="Calibri"/>
              </a:rPr>
              <a:t> (Especificación Única de Unix), es una certificación que identifica y aprueba a todo sistema basado en UNIX o hardware compatible con este.</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3200" b="0" strike="noStrike" spc="-1">
                <a:solidFill>
                  <a:srgbClr val="FFFFFF"/>
                </a:solidFill>
                <a:latin typeface="Calibri"/>
              </a:rPr>
              <a:t>Distintos tipos de </a:t>
            </a:r>
            <a:r>
              <a:rPr lang="es-ES" sz="3200" b="0" i="1" strike="noStrike" spc="-1">
                <a:solidFill>
                  <a:srgbClr val="FFFFFF"/>
                </a:solidFill>
                <a:latin typeface="Calibri"/>
              </a:rPr>
              <a:t>shells</a:t>
            </a:r>
            <a:r>
              <a:rPr lang="es-ES" sz="3200" b="0" strike="noStrike" spc="-1">
                <a:solidFill>
                  <a:srgbClr val="FFFFFF"/>
                </a:solidFill>
                <a:latin typeface="Calibri"/>
              </a:rPr>
              <a:t>: sh, bash, ksh, csh, zsh</a:t>
            </a:r>
            <a:endParaRPr lang="es-PY" sz="3200" b="0" strike="noStrike" spc="-1">
              <a:solidFill>
                <a:srgbClr val="000000"/>
              </a:solidFill>
              <a:latin typeface="Calibri"/>
            </a:endParaRPr>
          </a:p>
          <a:p>
            <a:pPr>
              <a:lnSpc>
                <a:spcPct val="90000"/>
              </a:lnSpc>
              <a:spcBef>
                <a:spcPts val="1001"/>
              </a:spcBef>
              <a:buNone/>
            </a:pPr>
            <a:endParaRPr lang="es-PY" sz="3200" b="0" strike="noStrike" spc="-1">
              <a:solidFill>
                <a:srgbClr val="000000"/>
              </a:solidFill>
              <a:latin typeface="Calibri"/>
            </a:endParaRPr>
          </a:p>
        </p:txBody>
      </p:sp>
      <p:sp>
        <p:nvSpPr>
          <p:cNvPr id="27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5400" b="0" strike="noStrike" spc="-1">
                <a:solidFill>
                  <a:srgbClr val="FFFFFF"/>
                </a:solidFill>
                <a:latin typeface="Calibri Light"/>
              </a:rPr>
              <a:t>Intérpretes de ordenes (shell)</a:t>
            </a:r>
            <a:endParaRPr lang="es-PY" sz="5400" b="0" strike="noStrike" spc="-1">
              <a:solidFill>
                <a:srgbClr val="000000"/>
              </a:solidFill>
              <a:latin typeface="Calibri"/>
            </a:endParaRPr>
          </a:p>
        </p:txBody>
      </p:sp>
      <p:sp>
        <p:nvSpPr>
          <p:cNvPr id="274" name="PlaceHolder 2"/>
          <p:cNvSpPr>
            <a:spLocks noGrp="1"/>
          </p:cNvSpPr>
          <p:nvPr>
            <p:ph/>
          </p:nvPr>
        </p:nvSpPr>
        <p:spPr>
          <a:xfrm>
            <a:off x="1240920" y="1690560"/>
            <a:ext cx="10384560" cy="4359240"/>
          </a:xfrm>
          <a:prstGeom prst="rect">
            <a:avLst/>
          </a:prstGeom>
          <a:noFill/>
          <a:ln w="0">
            <a:noFill/>
          </a:ln>
        </p:spPr>
        <p:txBody>
          <a:bodyPr anchor="t">
            <a:normAutofit fontScale="93000" lnSpcReduction="10000"/>
          </a:bodyPr>
          <a:lstStyle/>
          <a:p>
            <a:pPr marL="228600" indent="-228600">
              <a:lnSpc>
                <a:spcPct val="90000"/>
              </a:lnSpc>
              <a:spcBef>
                <a:spcPts val="1001"/>
              </a:spcBef>
              <a:buClr>
                <a:srgbClr val="FFFFFF"/>
              </a:buClr>
              <a:buFont typeface="Arial"/>
              <a:buChar char="•"/>
            </a:pPr>
            <a:r>
              <a:rPr lang="es-ES" sz="3200" b="0" strike="noStrike" spc="-1">
                <a:solidFill>
                  <a:srgbClr val="FFFFFF"/>
                </a:solidFill>
                <a:latin typeface="Calibri"/>
              </a:rPr>
              <a:t>Tipos de </a:t>
            </a:r>
            <a:r>
              <a:rPr lang="es-ES" sz="3200" b="0" i="1" strike="noStrike" spc="-1">
                <a:solidFill>
                  <a:srgbClr val="FFFFFF"/>
                </a:solidFill>
                <a:latin typeface="Calibri"/>
              </a:rPr>
              <a:t>shells</a:t>
            </a:r>
            <a:r>
              <a:rPr lang="es-ES" sz="3200" b="0" strike="noStrike" spc="-1">
                <a:solidFill>
                  <a:srgbClr val="FFFFFF"/>
                </a:solidFill>
                <a:latin typeface="Calibri"/>
              </a:rPr>
              <a:t>:</a:t>
            </a:r>
            <a:endParaRPr lang="es-PY" sz="32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Bourne Shell (sh): La shell clásica que se encuentra en todos los sistemas UNIX.</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Korn Shell (ksh)</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C Shell (csh)</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Bourne Again Shell (bash): La shell de GNU que se encuentra en todos los sistemas Linux y en muchos otros UNIX.</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Z shell (o simplemente zsh) es un potente intérprete de comandos para sistemas operativos de tipo Unix. macOS Catalina, lanzada en octubre de 2019, adoptó a Zsh como la shell predeterminada, remplazando a Bash</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75"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76"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pPr algn="ctr">
              <a:lnSpc>
                <a:spcPct val="90000"/>
              </a:lnSpc>
              <a:buNone/>
            </a:pPr>
            <a:r>
              <a:rPr lang="es-PY" sz="5400" b="0" strike="noStrike" spc="-1">
                <a:solidFill>
                  <a:srgbClr val="FFFFFF"/>
                </a:solidFill>
                <a:latin typeface="Calibri Light"/>
              </a:rPr>
              <a:t>Intérpretes de ordenes (shell)</a:t>
            </a:r>
            <a:endParaRPr lang="es-PY" sz="5400" b="0" strike="noStrike" spc="-1">
              <a:solidFill>
                <a:srgbClr val="000000"/>
              </a:solidFill>
              <a:latin typeface="Calibri"/>
            </a:endParaRPr>
          </a:p>
        </p:txBody>
      </p:sp>
      <p:sp>
        <p:nvSpPr>
          <p:cNvPr id="277" name="PlaceHolder 2"/>
          <p:cNvSpPr>
            <a:spLocks noGrp="1"/>
          </p:cNvSpPr>
          <p:nvPr>
            <p:ph/>
          </p:nvPr>
        </p:nvSpPr>
        <p:spPr>
          <a:xfrm>
            <a:off x="1240920" y="1690560"/>
            <a:ext cx="10384560" cy="4359240"/>
          </a:xfrm>
          <a:prstGeom prst="rect">
            <a:avLst/>
          </a:prstGeom>
          <a:noFill/>
          <a:ln w="0">
            <a:noFill/>
          </a:ln>
        </p:spPr>
        <p:txBody>
          <a:bodyPr anchor="t">
            <a:normAutofit fontScale="88000" lnSpcReduction="10000"/>
          </a:bodyPr>
          <a:lstStyle/>
          <a:p>
            <a:pPr marL="228600" indent="-228600">
              <a:lnSpc>
                <a:spcPct val="90000"/>
              </a:lnSpc>
              <a:spcBef>
                <a:spcPts val="1001"/>
              </a:spcBef>
              <a:buClr>
                <a:srgbClr val="FFFFFF"/>
              </a:buClr>
              <a:buFont typeface="Arial"/>
              <a:buChar char="•"/>
            </a:pPr>
            <a:r>
              <a:rPr lang="es-ES" sz="2800" b="0" strike="noStrike" spc="-1">
                <a:solidFill>
                  <a:srgbClr val="FFFFFF"/>
                </a:solidFill>
                <a:latin typeface="Calibri"/>
              </a:rPr>
              <a:t>Scripts de shell:</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Tareas administrativas: algunas partes de los sistemas UNIX son scripts de shell, para poder entenderlos y modificarlos es necesario tener alguna noción sobre la programación de scripts.</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Tareas tediosas que solo se van a ejecutar una o dos veces, no importa el rendimiento del programa resultante pero si conviene que su programación sea rápida.</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Hacer que varios programas funcionen como un conjunto de una forma sencilla.</a:t>
            </a:r>
            <a:endParaRPr lang="es-PY" sz="2800" b="0" strike="noStrike" spc="-1">
              <a:solidFill>
                <a:srgbClr val="000000"/>
              </a:solidFill>
              <a:latin typeface="Calibri"/>
            </a:endParaRPr>
          </a:p>
          <a:p>
            <a:pPr marL="685800" lvl="1" indent="-228600">
              <a:lnSpc>
                <a:spcPct val="90000"/>
              </a:lnSpc>
              <a:spcBef>
                <a:spcPts val="499"/>
              </a:spcBef>
              <a:buClr>
                <a:srgbClr val="FFFFFF"/>
              </a:buClr>
              <a:buFont typeface="Arial"/>
              <a:buChar char="•"/>
            </a:pPr>
            <a:r>
              <a:rPr lang="es-ES" sz="2800" b="0" strike="noStrike" spc="-1">
                <a:solidFill>
                  <a:srgbClr val="FFFFFF"/>
                </a:solidFill>
                <a:latin typeface="Calibri"/>
              </a:rPr>
              <a:t>Pueden ser un buen método para desarrollar prototipos de aplicaciones más complejas que posteriormente se implementarán en leguajes más potentes.</a:t>
            </a:r>
            <a:endParaRPr lang="es-PY" sz="2800" b="0" strike="noStrike" spc="-1">
              <a:solidFill>
                <a:srgbClr val="000000"/>
              </a:solidFill>
              <a:latin typeface="Calibri"/>
            </a:endParaRPr>
          </a:p>
          <a:p>
            <a:pPr>
              <a:lnSpc>
                <a:spcPct val="90000"/>
              </a:lnSpc>
              <a:spcBef>
                <a:spcPts val="1001"/>
              </a:spcBef>
              <a:buNone/>
            </a:pPr>
            <a:endParaRPr lang="es-PY" sz="2800" b="0" strike="noStrike" spc="-1">
              <a:solidFill>
                <a:srgbClr val="000000"/>
              </a:solidFill>
              <a:latin typeface="Calibri"/>
            </a:endParaRPr>
          </a:p>
        </p:txBody>
      </p:sp>
      <p:sp>
        <p:nvSpPr>
          <p:cNvPr id="278"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79" name="PlaceHolder 1"/>
          <p:cNvSpPr>
            <a:spLocks noGrp="1"/>
          </p:cNvSpPr>
          <p:nvPr>
            <p:ph/>
          </p:nvPr>
        </p:nvSpPr>
        <p:spPr>
          <a:xfrm>
            <a:off x="3741840" y="2908080"/>
            <a:ext cx="5012640" cy="1041120"/>
          </a:xfrm>
          <a:prstGeom prst="rect">
            <a:avLst/>
          </a:prstGeom>
          <a:noFill/>
          <a:ln w="0">
            <a:noFill/>
          </a:ln>
        </p:spPr>
        <p:txBody>
          <a:bodyPr anchor="t">
            <a:normAutofit/>
          </a:bodyPr>
          <a:lstStyle/>
          <a:p>
            <a:pPr marL="228600" indent="-228600" algn="ctr">
              <a:lnSpc>
                <a:spcPct val="90000"/>
              </a:lnSpc>
              <a:spcBef>
                <a:spcPts val="1001"/>
              </a:spcBef>
              <a:buClr>
                <a:srgbClr val="FFFFFF"/>
              </a:buClr>
              <a:buFont typeface="Arial"/>
              <a:buChar char="•"/>
            </a:pPr>
            <a:r>
              <a:rPr lang="en-US" sz="6000" b="0" strike="noStrike" spc="-1">
                <a:solidFill>
                  <a:srgbClr val="FFFFFF"/>
                </a:solidFill>
                <a:latin typeface="Calibri"/>
              </a:rPr>
              <a:t>¿Preguntas?</a:t>
            </a:r>
            <a:endParaRPr lang="es-PY" sz="6000" b="0" strike="noStrike" spc="-1">
              <a:solidFill>
                <a:srgbClr val="000000"/>
              </a:solidFill>
              <a:latin typeface="Calibri"/>
            </a:endParaRPr>
          </a:p>
        </p:txBody>
      </p:sp>
      <p:sp>
        <p:nvSpPr>
          <p:cNvPr id="280"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81" name="PlaceHolder 1"/>
          <p:cNvSpPr>
            <a:spLocks noGrp="1"/>
          </p:cNvSpPr>
          <p:nvPr>
            <p:ph/>
          </p:nvPr>
        </p:nvSpPr>
        <p:spPr>
          <a:xfrm>
            <a:off x="3741840" y="2908080"/>
            <a:ext cx="5012640" cy="1041120"/>
          </a:xfrm>
          <a:prstGeom prst="rect">
            <a:avLst/>
          </a:prstGeom>
          <a:noFill/>
          <a:ln w="0">
            <a:noFill/>
          </a:ln>
        </p:spPr>
        <p:txBody>
          <a:bodyPr anchor="t">
            <a:normAutofit fontScale="91000"/>
          </a:bodyPr>
          <a:lstStyle/>
          <a:p>
            <a:pPr algn="ctr">
              <a:lnSpc>
                <a:spcPct val="90000"/>
              </a:lnSpc>
              <a:spcBef>
                <a:spcPts val="1001"/>
              </a:spcBef>
              <a:buNone/>
              <a:tabLst>
                <a:tab pos="0" algn="l"/>
              </a:tabLst>
            </a:pPr>
            <a:r>
              <a:rPr lang="en-US" sz="6000" b="0" strike="noStrike" spc="-1">
                <a:solidFill>
                  <a:srgbClr val="FFFFFF"/>
                </a:solidFill>
                <a:latin typeface="Calibri"/>
              </a:rPr>
              <a:t>¡Muchas gracias!</a:t>
            </a:r>
            <a:endParaRPr lang="es-PY" sz="6000" b="0" strike="noStrike" spc="-1">
              <a:solidFill>
                <a:srgbClr val="000000"/>
              </a:solidFill>
              <a:latin typeface="Calibri"/>
            </a:endParaRPr>
          </a:p>
        </p:txBody>
      </p:sp>
      <p:sp>
        <p:nvSpPr>
          <p:cNvPr id="282" name="AutoShape 2"/>
          <p:cNvSpPr/>
          <p:nvPr/>
        </p:nvSpPr>
        <p:spPr>
          <a:xfrm>
            <a:off x="5943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en-US"/>
          </a:p>
        </p:txBody>
      </p:sp>
      <p:sp>
        <p:nvSpPr>
          <p:cNvPr id="283" name="TextBox 4"/>
          <p:cNvSpPr/>
          <p:nvPr/>
        </p:nvSpPr>
        <p:spPr>
          <a:xfrm>
            <a:off x="7840440" y="4754880"/>
            <a:ext cx="3638160" cy="130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s-MX" sz="3200" b="0" strike="noStrike" spc="-1" dirty="0">
                <a:solidFill>
                  <a:srgbClr val="FFFFFF"/>
                </a:solidFill>
                <a:latin typeface="Calibri"/>
                <a:ea typeface="Verdana"/>
              </a:rPr>
              <a:t>Rubén Díaz </a:t>
            </a:r>
            <a:endParaRPr lang="es-US" sz="3200" b="0" strike="noStrike" spc="-1" dirty="0">
              <a:latin typeface="Arial"/>
            </a:endParaRPr>
          </a:p>
          <a:p>
            <a:pPr>
              <a:lnSpc>
                <a:spcPct val="100000"/>
              </a:lnSpc>
              <a:buNone/>
            </a:pPr>
            <a:r>
              <a:rPr lang="es-MX" sz="2400" b="0" u="sng" strike="noStrike" spc="-1" dirty="0">
                <a:solidFill>
                  <a:srgbClr val="0563C1"/>
                </a:solidFill>
                <a:uFillTx/>
                <a:latin typeface="Calibri"/>
                <a:ea typeface="Verdana"/>
                <a:hlinkClick r:id="rId4"/>
              </a:rPr>
              <a:t>ruben.diaz@t.ucom.edu.py</a:t>
            </a:r>
            <a:endParaRPr lang="es-US" sz="2400" b="0" strike="noStrike" spc="-1" dirty="0">
              <a:latin typeface="Arial"/>
            </a:endParaRPr>
          </a:p>
          <a:p>
            <a:pPr>
              <a:lnSpc>
                <a:spcPct val="100000"/>
              </a:lnSpc>
              <a:buNone/>
            </a:pPr>
            <a:r>
              <a:rPr lang="es-MX" sz="2400" b="0" strike="noStrike" spc="-1" dirty="0">
                <a:solidFill>
                  <a:srgbClr val="FFFFFF"/>
                </a:solidFill>
                <a:latin typeface="Calibri"/>
                <a:ea typeface="Verdana"/>
              </a:rPr>
              <a:t>Junio de 2023 </a:t>
            </a:r>
            <a:endParaRPr lang="es-US" sz="24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954</TotalTime>
  <Words>3336</Words>
  <Application>Microsoft Office PowerPoint</Application>
  <PresentationFormat>Panorámica</PresentationFormat>
  <Paragraphs>448</Paragraphs>
  <Slides>52</Slides>
  <Notes>40</Notes>
  <HiddenSlides>0</HiddenSlides>
  <MMClips>0</MMClips>
  <ScaleCrop>false</ScaleCrop>
  <HeadingPairs>
    <vt:vector size="6" baseType="variant">
      <vt:variant>
        <vt:lpstr>Fuentes usadas</vt:lpstr>
      </vt:variant>
      <vt:variant>
        <vt:i4>6</vt:i4>
      </vt:variant>
      <vt:variant>
        <vt:lpstr>Tema</vt:lpstr>
      </vt:variant>
      <vt:variant>
        <vt:i4>3</vt:i4>
      </vt:variant>
      <vt:variant>
        <vt:lpstr>Títulos de diapositiva</vt:lpstr>
      </vt:variant>
      <vt:variant>
        <vt:i4>52</vt:i4>
      </vt:variant>
    </vt:vector>
  </HeadingPairs>
  <TitlesOfParts>
    <vt:vector size="61" baseType="lpstr">
      <vt:lpstr>Arial</vt:lpstr>
      <vt:lpstr>Calibri</vt:lpstr>
      <vt:lpstr>Calibri Light</vt:lpstr>
      <vt:lpstr>Symbol</vt:lpstr>
      <vt:lpstr>Times New Roman</vt:lpstr>
      <vt:lpstr>Wingdings</vt:lpstr>
      <vt:lpstr>Office Theme</vt:lpstr>
      <vt:lpstr>Office Theme</vt:lpstr>
      <vt:lpstr>Office Theme</vt:lpstr>
      <vt:lpstr>Programacion Unix-Linux (I)</vt:lpstr>
      <vt:lpstr>Contenido</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vt:lpstr>
      <vt:lpstr>Introducción    Distribuciones GNU Linux populares</vt:lpstr>
      <vt:lpstr>Introducción   Evaluación / Instalación </vt:lpstr>
      <vt:lpstr>Gestión de usuarios y contraseñas</vt:lpstr>
      <vt:lpstr>Gestión de usuarios y contraseñas</vt:lpstr>
      <vt:lpstr>Gestión de usuarios y contraseñas</vt:lpstr>
      <vt:lpstr>Gestión de usuarios y contraseñas</vt:lpstr>
      <vt:lpstr>Gestión de usuarios y contraseñas</vt:lpstr>
      <vt:lpstr>Gestión de usuarios y contraseñas</vt:lpstr>
      <vt:lpstr>Gestión de usuarios y contraseñas</vt:lpstr>
      <vt:lpstr>Gestión de usuarios y contraseñas</vt:lpstr>
      <vt:lpstr>Gestión de usuarios y contraseñas</vt:lpstr>
      <vt:lpstr>Gestión de usuarios y contraseñas</vt:lpstr>
      <vt:lpstr>El sistema de archivos</vt:lpstr>
      <vt:lpstr>El sistema de archivos</vt:lpstr>
      <vt:lpstr>El sistema de archivos</vt:lpstr>
      <vt:lpstr>El sistema de archivos</vt:lpstr>
      <vt:lpstr>El sistema de archivos</vt:lpstr>
      <vt:lpstr>El sistema de archivos</vt:lpstr>
      <vt:lpstr>El sistema de archivos</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Administración básica del sistema</vt:lpstr>
      <vt:lpstr>Intérpretes de ordenes (shell)</vt:lpstr>
      <vt:lpstr>Intérpretes de ordenes (shell)</vt:lpstr>
      <vt:lpstr>Intérpretes de ordenes (shell)</vt:lpstr>
      <vt:lpstr>Intérpretes de ordenes (shell)</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dc:title>
  <dc:subject/>
  <dc:creator>PC Nueva</dc:creator>
  <dc:description/>
  <cp:lastModifiedBy>Julio Manuel Valverde Giménez</cp:lastModifiedBy>
  <cp:revision>104</cp:revision>
  <dcterms:created xsi:type="dcterms:W3CDTF">2022-02-01T14:18:33Z</dcterms:created>
  <dcterms:modified xsi:type="dcterms:W3CDTF">2026-06-15T04:01:55Z</dcterms:modified>
  <dc:language>es-US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40</vt:i4>
  </property>
  <property fmtid="{D5CDD505-2E9C-101B-9397-08002B2CF9AE}" pid="3" name="PresentationFormat">
    <vt:lpwstr>Widescreen</vt:lpwstr>
  </property>
  <property fmtid="{D5CDD505-2E9C-101B-9397-08002B2CF9AE}" pid="4" name="Slides">
    <vt:i4>52</vt:i4>
  </property>
</Properties>
</file>