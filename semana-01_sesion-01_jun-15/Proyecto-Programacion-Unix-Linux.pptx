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4" r:id="rId6"/>
    <p:sldId id="260" r:id="rId7"/>
    <p:sldId id="265" r:id="rId8"/>
  </p:sldIdLst>
  <p:sldSz cx="12192000" cy="6858000"/>
  <p:notesSz cx="6858000" cy="9144000"/>
  <p:defaultTextStyle>
    <a:defPPr>
      <a:defRPr lang="es-P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4F2E"/>
    <a:srgbClr val="3E3E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54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9513B7-EC37-47D5-95E5-15283EFBE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E06E86D-F336-49DF-9C2E-80D4885229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FB074D-2968-49FF-84F1-AC66F3FC2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5CE-5E29-4369-ABAB-5FA89874A646}" type="datetimeFigureOut">
              <a:rPr lang="es-PY" smtClean="0"/>
              <a:t>15/6/2026</a:t>
            </a:fld>
            <a:endParaRPr lang="es-P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DD3DC5-C064-4F06-94DC-492241890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E625E6-6533-48EA-9405-D9B5E35C1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B1638-7E04-41D6-ABD6-B6EA336BEB64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4028486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FE92A-4084-48EF-9DBF-09C6A9912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105531-9673-4546-8DA9-8A5376079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E45198-6B82-4881-8A09-F8DAE10F7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5CE-5E29-4369-ABAB-5FA89874A646}" type="datetimeFigureOut">
              <a:rPr lang="es-PY" smtClean="0"/>
              <a:t>15/6/2026</a:t>
            </a:fld>
            <a:endParaRPr lang="es-P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04283F-5B1F-4256-97B3-CF07E1E44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A5F876-6432-430B-B21E-B3AB3A28A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B1638-7E04-41D6-ABD6-B6EA336BEB64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3859266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B058C5-9E80-4708-81C0-BA526B2F2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DA221AE-3B77-4C81-9410-871FCF3D0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891F50-14C5-4525-B9E4-4BE801B4A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5CE-5E29-4369-ABAB-5FA89874A646}" type="datetimeFigureOut">
              <a:rPr lang="es-PY" smtClean="0"/>
              <a:t>15/6/2026</a:t>
            </a:fld>
            <a:endParaRPr lang="es-P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A95DB7-32AC-4A79-B8D4-913AE4D87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7BED43-A7DC-4C78-A4F6-70D97EDA3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B1638-7E04-41D6-ABD6-B6EA336BEB64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3057918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BE4A4-161D-4DEC-A631-429A6D337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7A82B3-E586-45E6-AEE1-CB0703EDA4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Y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8A95428-724C-4E43-95D0-1593785A44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Y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371A867-EF7A-4B68-8A84-5C0DD0011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5CE-5E29-4369-ABAB-5FA89874A646}" type="datetimeFigureOut">
              <a:rPr lang="es-PY" smtClean="0"/>
              <a:t>15/6/2026</a:t>
            </a:fld>
            <a:endParaRPr lang="es-PY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6D019-A665-4595-A355-D2375F55D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5932FB7-A37F-42E2-9431-E617530AF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B1638-7E04-41D6-ABD6-B6EA336BEB64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3112545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D9A8A6-8B57-4C1D-BBA2-ABE2F3F49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B2AEE36-2DA2-4F85-831A-AC737E51D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213FB6D-625F-4818-BF69-2D469E136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Y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0DB96DE-26FD-4DF8-9F04-523D8320A6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A040476-C669-45FD-9FEE-827AB8C29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Y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6CA134A-1612-420B-B62F-830411072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5CE-5E29-4369-ABAB-5FA89874A646}" type="datetimeFigureOut">
              <a:rPr lang="es-PY" smtClean="0"/>
              <a:t>15/6/2026</a:t>
            </a:fld>
            <a:endParaRPr lang="es-PY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FB45BA3-E791-4B6B-BBC1-58816A1A7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FEA473D-BA16-492B-907D-0D1CCA724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B1638-7E04-41D6-ABD6-B6EA336BEB64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2561164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35374F-3583-4872-B2B1-3F0AD4672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71284F2-85AC-44DC-9569-E2C74BB57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5CE-5E29-4369-ABAB-5FA89874A646}" type="datetimeFigureOut">
              <a:rPr lang="es-PY" smtClean="0"/>
              <a:t>15/6/2026</a:t>
            </a:fld>
            <a:endParaRPr lang="es-PY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5E65716-E1A3-4B1E-B9FF-62C93C154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80FD549-E638-48FB-9107-AC2AAC5C1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B1638-7E04-41D6-ABD6-B6EA336BEB64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3135626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460DFC2-9F32-46AE-9721-E13C35D24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5CE-5E29-4369-ABAB-5FA89874A646}" type="datetimeFigureOut">
              <a:rPr lang="es-PY" smtClean="0"/>
              <a:t>15/6/2026</a:t>
            </a:fld>
            <a:endParaRPr lang="es-PY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044EFAC-0EE2-4DB3-BA47-016412B52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E1A509-5712-4A7E-8FD1-44A90E6C1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B1638-7E04-41D6-ABD6-B6EA336BEB64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326096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F95BC7-4634-4309-8159-3EF8A1D15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CAA607-52B9-442C-B90D-6AF14FC8F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Y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2EE5088-D363-4BA5-A6B3-A1F2609904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6912CC4-D40F-4995-A550-9EEC0F6BC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5CE-5E29-4369-ABAB-5FA89874A646}" type="datetimeFigureOut">
              <a:rPr lang="es-PY" smtClean="0"/>
              <a:t>15/6/2026</a:t>
            </a:fld>
            <a:endParaRPr lang="es-PY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4F037CE-9180-4294-807E-5EE154BE0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5D1193-86B8-4BB4-9E54-030E8CF84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B1638-7E04-41D6-ABD6-B6EA336BEB64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351554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B18EDA-272D-441E-8C3A-C64FA8C3E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05AB0DD-5931-4110-A686-C65D73EF84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Y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62A5C0F-6055-4554-A2C8-1273AFDC23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3048E79-C4B2-45D9-92F1-8FD531299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5CE-5E29-4369-ABAB-5FA89874A646}" type="datetimeFigureOut">
              <a:rPr lang="es-PY" smtClean="0"/>
              <a:t>15/6/2026</a:t>
            </a:fld>
            <a:endParaRPr lang="es-PY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312C14-D785-42E0-8EA3-1A83F71B8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2CCF440-4C61-4FF5-9897-A652AD4E1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B1638-7E04-41D6-ABD6-B6EA336BEB64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4212919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ED785B-5E8A-4853-9638-0FECFA102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3B44732-D828-415A-8B30-F528EC9324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2CCFB3-C8B2-4F61-BF68-26CDA9721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5CE-5E29-4369-ABAB-5FA89874A646}" type="datetimeFigureOut">
              <a:rPr lang="es-PY" smtClean="0"/>
              <a:t>15/6/2026</a:t>
            </a:fld>
            <a:endParaRPr lang="es-P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8F194E-A6D7-4AE1-8109-43618E3B3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FB854D-789B-481E-9FD3-65487E599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B1638-7E04-41D6-ABD6-B6EA336BEB64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3053454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C32278-B019-463E-8805-90BA0E9199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97EAEC5-CC81-4395-A3F6-E0797B5C3A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5A1530-5F84-4DE2-B134-1CA04DC8D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5CE-5E29-4369-ABAB-5FA89874A646}" type="datetimeFigureOut">
              <a:rPr lang="es-PY" smtClean="0"/>
              <a:t>15/6/2026</a:t>
            </a:fld>
            <a:endParaRPr lang="es-P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042B83-326A-4134-8A91-9A6292723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4A41BB-19DE-4761-A23A-54C2D0079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B1638-7E04-41D6-ABD6-B6EA336BEB64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553321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734CA80-A996-4340-8888-A48648AC5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Y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DC62C11-660C-4186-A334-5A858B5A3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C96A5E-91C4-4A8C-AAB8-979048FCFF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D3B5CE-5E29-4369-ABAB-5FA89874A646}" type="datetimeFigureOut">
              <a:rPr lang="es-PY" smtClean="0"/>
              <a:t>15/6/2026</a:t>
            </a:fld>
            <a:endParaRPr lang="es-P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41C70A-0E35-45CB-9507-0750DF88F0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51CCA0-4FB1-411A-B943-69DFF57F98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B1638-7E04-41D6-ABD6-B6EA336BEB64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2910074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ruben.diaz@ucom.edu.py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elizeche/AireLibre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ald-dev.greenbeep.com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rald-dev.greenbeep.com/docs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ruben.diaz@ucom.edu.py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407EC5-C0AB-4F0C-BCD1-C53AF39E5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83620"/>
            <a:ext cx="9144000" cy="1126315"/>
          </a:xfrm>
        </p:spPr>
        <p:txBody>
          <a:bodyPr>
            <a:normAutofit/>
          </a:bodyPr>
          <a:lstStyle/>
          <a:p>
            <a:r>
              <a:rPr lang="es-MX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Programación Unix-Linux (I)</a:t>
            </a:r>
            <a:endParaRPr lang="es-PY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022027-50A7-498B-9CB9-979FE5E5E7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59442"/>
            <a:ext cx="9144000" cy="503432"/>
          </a:xfrm>
        </p:spPr>
        <p:txBody>
          <a:bodyPr>
            <a:noAutofit/>
          </a:bodyPr>
          <a:lstStyle/>
          <a:p>
            <a:r>
              <a:rPr lang="es-MX" sz="3200" dirty="0">
                <a:solidFill>
                  <a:schemeClr val="bg1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Proyecto: Monitoreo de Calidad de Aire usando tecnologías </a:t>
            </a:r>
            <a:r>
              <a:rPr lang="es-MX" sz="3200" dirty="0" err="1">
                <a:solidFill>
                  <a:schemeClr val="bg1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IoT</a:t>
            </a:r>
            <a:r>
              <a:rPr lang="es-MX" sz="3200" dirty="0">
                <a:solidFill>
                  <a:schemeClr val="bg1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</a:p>
          <a:p>
            <a:endParaRPr lang="es-MX" sz="3200" dirty="0">
              <a:solidFill>
                <a:schemeClr val="bg1"/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r>
              <a:rPr lang="es-MX" sz="3200" dirty="0">
                <a:solidFill>
                  <a:schemeClr val="bg1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Profesor: Rubén Díaz </a:t>
            </a:r>
          </a:p>
          <a:p>
            <a:r>
              <a:rPr lang="es-MX" sz="3200" dirty="0">
                <a:solidFill>
                  <a:schemeClr val="bg1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  <a:hlinkClick r:id="rId3"/>
              </a:rPr>
              <a:t>ruben.diaz@t.ucom.edu.py</a:t>
            </a:r>
            <a:endParaRPr lang="es-MX" sz="3200" dirty="0">
              <a:solidFill>
                <a:schemeClr val="bg1"/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r>
              <a:rPr lang="es-MX" sz="3200" dirty="0">
                <a:solidFill>
                  <a:schemeClr val="bg1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Junio-Julio de 2026 </a:t>
            </a:r>
            <a:endParaRPr lang="es-PY" sz="3200" dirty="0">
              <a:solidFill>
                <a:schemeClr val="bg1"/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61C3B202-2AE9-42FD-ACFC-A5B106CBD5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822" y="631738"/>
            <a:ext cx="1997408" cy="441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928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407EC5-C0AB-4F0C-BCD1-C53AF39E57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MX" sz="4000" dirty="0">
                <a:solidFill>
                  <a:schemeClr val="bg1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Proyecto: Monitoreo de Calidad de Aire con tecnologías </a:t>
            </a:r>
            <a:r>
              <a:rPr lang="es-MX" sz="4000" dirty="0" err="1">
                <a:solidFill>
                  <a:schemeClr val="bg1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IoT</a:t>
            </a:r>
            <a:r>
              <a:rPr lang="es-MX" sz="4000" dirty="0">
                <a:solidFill>
                  <a:schemeClr val="bg1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br>
              <a:rPr lang="es-MX" sz="6000" dirty="0">
                <a:solidFill>
                  <a:schemeClr val="bg1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</a:br>
            <a:endParaRPr lang="es-PY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022027-50A7-498B-9CB9-979FE5E5E7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s-PY" dirty="0">
                <a:solidFill>
                  <a:schemeClr val="bg1"/>
                </a:solidFill>
              </a:rPr>
              <a:t>Objetivo</a:t>
            </a:r>
            <a:r>
              <a:rPr lang="en-US" dirty="0">
                <a:solidFill>
                  <a:schemeClr val="bg1"/>
                </a:solidFill>
              </a:rPr>
              <a:t>: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Desarrollar</a:t>
            </a:r>
            <a:r>
              <a:rPr lang="en-US" dirty="0">
                <a:solidFill>
                  <a:schemeClr val="bg1"/>
                </a:solidFill>
              </a:rPr>
              <a:t> un </a:t>
            </a:r>
            <a:r>
              <a:rPr lang="en-US" dirty="0" err="1">
                <a:solidFill>
                  <a:schemeClr val="bg1"/>
                </a:solidFill>
              </a:rPr>
              <a:t>servidor</a:t>
            </a:r>
            <a:r>
              <a:rPr lang="en-US" dirty="0">
                <a:solidFill>
                  <a:schemeClr val="bg1"/>
                </a:solidFill>
              </a:rPr>
              <a:t> MQTT </a:t>
            </a:r>
            <a:r>
              <a:rPr lang="en-US" dirty="0" err="1">
                <a:solidFill>
                  <a:schemeClr val="bg1"/>
                </a:solidFill>
              </a:rPr>
              <a:t>tomando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por</a:t>
            </a:r>
            <a:r>
              <a:rPr lang="en-US" dirty="0">
                <a:solidFill>
                  <a:schemeClr val="bg1"/>
                </a:solidFill>
              </a:rPr>
              <a:t> base </a:t>
            </a:r>
            <a:r>
              <a:rPr lang="en-US" dirty="0" err="1">
                <a:solidFill>
                  <a:schemeClr val="bg1"/>
                </a:solidFill>
              </a:rPr>
              <a:t>el</a:t>
            </a:r>
            <a:r>
              <a:rPr lang="en-US" dirty="0">
                <a:solidFill>
                  <a:schemeClr val="bg1"/>
                </a:solidFill>
              </a:rPr>
              <a:t> Proyecto de </a:t>
            </a:r>
            <a:r>
              <a:rPr lang="en-US" dirty="0" err="1">
                <a:solidFill>
                  <a:schemeClr val="bg1"/>
                </a:solidFill>
              </a:rPr>
              <a:t>Codigo</a:t>
            </a:r>
            <a:r>
              <a:rPr lang="en-US" dirty="0">
                <a:solidFill>
                  <a:schemeClr val="bg1"/>
                </a:solidFill>
              </a:rPr>
              <a:t> Abierto “ Airelib.re“ </a:t>
            </a:r>
            <a:r>
              <a:rPr lang="en-US" dirty="0" err="1">
                <a:solidFill>
                  <a:schemeClr val="bg1"/>
                </a:solidFill>
              </a:rPr>
              <a:t>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lenguaje</a:t>
            </a:r>
            <a:r>
              <a:rPr lang="en-US" dirty="0">
                <a:solidFill>
                  <a:schemeClr val="bg1"/>
                </a:solidFill>
              </a:rPr>
              <a:t> Python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Derrollar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cliente</a:t>
            </a:r>
            <a:r>
              <a:rPr lang="en-US" dirty="0">
                <a:solidFill>
                  <a:schemeClr val="bg1"/>
                </a:solidFill>
              </a:rPr>
              <a:t> para </a:t>
            </a:r>
            <a:r>
              <a:rPr lang="en-US" dirty="0" err="1">
                <a:solidFill>
                  <a:schemeClr val="bg1"/>
                </a:solidFill>
              </a:rPr>
              <a:t>monitoreo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citado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tambien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usando</a:t>
            </a:r>
            <a:r>
              <a:rPr lang="en-US" dirty="0">
                <a:solidFill>
                  <a:schemeClr val="bg1"/>
                </a:solidFill>
              </a:rPr>
              <a:t> Python</a:t>
            </a:r>
            <a:endParaRPr lang="es-PY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698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407EC5-C0AB-4F0C-BCD1-C53AF39E5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678445"/>
          </a:xfrm>
        </p:spPr>
        <p:txBody>
          <a:bodyPr>
            <a:normAutofit/>
          </a:bodyPr>
          <a:lstStyle/>
          <a:p>
            <a:r>
              <a:rPr lang="es-MX" sz="4000" dirty="0" err="1">
                <a:solidFill>
                  <a:schemeClr val="bg1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AireLibre</a:t>
            </a:r>
            <a:endParaRPr lang="es-PY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022027-50A7-498B-9CB9-979FE5E5E7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67339"/>
            <a:ext cx="9144000" cy="3468298"/>
          </a:xfrm>
        </p:spPr>
        <p:txBody>
          <a:bodyPr>
            <a:normAutofit/>
          </a:bodyPr>
          <a:lstStyle/>
          <a:p>
            <a:pPr algn="l"/>
            <a:r>
              <a:rPr lang="es-PY" dirty="0">
                <a:solidFill>
                  <a:schemeClr val="bg1"/>
                </a:solidFill>
              </a:rPr>
              <a:t>¿Qué es </a:t>
            </a:r>
            <a:r>
              <a:rPr lang="es-PY" dirty="0" err="1">
                <a:solidFill>
                  <a:schemeClr val="bg1"/>
                </a:solidFill>
              </a:rPr>
              <a:t>AireLibre</a:t>
            </a:r>
            <a:r>
              <a:rPr lang="es-PY" dirty="0">
                <a:solidFill>
                  <a:schemeClr val="bg1"/>
                </a:solidFill>
              </a:rPr>
              <a:t>?</a:t>
            </a:r>
          </a:p>
          <a:p>
            <a:pPr algn="l"/>
            <a:r>
              <a:rPr lang="es-PY" dirty="0">
                <a:solidFill>
                  <a:schemeClr val="bg1"/>
                </a:solidFill>
                <a:hlinkClick r:id="rId3"/>
              </a:rPr>
              <a:t>https://github.com/melizeche/AireLibre</a:t>
            </a:r>
            <a:endParaRPr lang="es-PY" dirty="0">
              <a:solidFill>
                <a:schemeClr val="bg1"/>
              </a:solidFill>
            </a:endParaRPr>
          </a:p>
          <a:p>
            <a:pPr algn="l"/>
            <a:endParaRPr lang="es-PY" dirty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chemeClr val="bg1"/>
                </a:solidFill>
              </a:rPr>
              <a:t>AireLibre</a:t>
            </a:r>
            <a:r>
              <a:rPr lang="es-ES" dirty="0">
                <a:solidFill>
                  <a:schemeClr val="bg1"/>
                </a:solidFill>
              </a:rPr>
              <a:t> es una respuesta de la comunidad a la necesidad de saber sobre la calidad del aire de manera libre, colaborativa y descentralizada.</a:t>
            </a:r>
          </a:p>
        </p:txBody>
      </p:sp>
    </p:spTree>
    <p:extLst>
      <p:ext uri="{BB962C8B-B14F-4D97-AF65-F5344CB8AC3E}">
        <p14:creationId xmlns:p14="http://schemas.microsoft.com/office/powerpoint/2010/main" val="3458074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407EC5-C0AB-4F0C-BCD1-C53AF39E5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66478"/>
          </a:xfrm>
        </p:spPr>
        <p:txBody>
          <a:bodyPr>
            <a:normAutofit fontScale="90000"/>
          </a:bodyPr>
          <a:lstStyle/>
          <a:p>
            <a:r>
              <a:rPr lang="es-MX" sz="4000" dirty="0" err="1">
                <a:solidFill>
                  <a:schemeClr val="bg1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AireLibre</a:t>
            </a:r>
            <a:endParaRPr lang="es-PY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022027-50A7-498B-9CB9-979FE5E5E7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6244" y="2174032"/>
            <a:ext cx="9713168" cy="3648269"/>
          </a:xfrm>
        </p:spPr>
        <p:txBody>
          <a:bodyPr>
            <a:normAutofit fontScale="92500"/>
          </a:bodyPr>
          <a:lstStyle/>
          <a:p>
            <a:pPr algn="l"/>
            <a:r>
              <a:rPr lang="es-ES" sz="2900" b="1" dirty="0">
                <a:solidFill>
                  <a:schemeClr val="bg1"/>
                </a:solidFill>
              </a:rPr>
              <a:t>Proyectos bajo el «paraguas» de </a:t>
            </a:r>
            <a:r>
              <a:rPr lang="es-ES" sz="2900" b="1" dirty="0" err="1">
                <a:solidFill>
                  <a:schemeClr val="bg1"/>
                </a:solidFill>
              </a:rPr>
              <a:t>AireLibre</a:t>
            </a:r>
            <a:endParaRPr lang="es-ES" sz="2900" b="1" dirty="0">
              <a:solidFill>
                <a:schemeClr val="bg1"/>
              </a:solidFill>
            </a:endParaRPr>
          </a:p>
          <a:p>
            <a:pPr algn="l"/>
            <a:r>
              <a:rPr lang="es-ES" dirty="0" err="1">
                <a:solidFill>
                  <a:schemeClr val="bg1"/>
                </a:solidFill>
              </a:rPr>
              <a:t>AireLibre</a:t>
            </a:r>
            <a:r>
              <a:rPr lang="es-ES" dirty="0">
                <a:solidFill>
                  <a:schemeClr val="bg1"/>
                </a:solidFill>
              </a:rPr>
              <a:t> es un conjunto de proyectos e iniciativas, algunas como: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Red Descentralizada de Aire Libre(</a:t>
            </a:r>
            <a:r>
              <a:rPr lang="es-ES" dirty="0" err="1">
                <a:solidFill>
                  <a:schemeClr val="bg1"/>
                </a:solidFill>
              </a:rPr>
              <a:t>ReDAL</a:t>
            </a:r>
            <a:r>
              <a:rPr lang="es-ES" dirty="0">
                <a:solidFill>
                  <a:schemeClr val="bg1"/>
                </a:solidFill>
              </a:rPr>
              <a:t>): La red de sensores de calidad de aire.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chemeClr val="bg1"/>
                </a:solidFill>
              </a:rPr>
              <a:t>Linka</a:t>
            </a:r>
            <a:r>
              <a:rPr lang="es-ES" dirty="0">
                <a:solidFill>
                  <a:schemeClr val="bg1"/>
                </a:solidFill>
              </a:rPr>
              <a:t>: El </a:t>
            </a:r>
            <a:r>
              <a:rPr lang="es-ES" dirty="0" err="1">
                <a:solidFill>
                  <a:schemeClr val="bg1"/>
                </a:solidFill>
              </a:rPr>
              <a:t>Backend</a:t>
            </a:r>
            <a:r>
              <a:rPr lang="es-ES" dirty="0">
                <a:solidFill>
                  <a:schemeClr val="bg1"/>
                </a:solidFill>
              </a:rPr>
              <a:t> y API que recibe las mediciones de los sensores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chemeClr val="bg1"/>
                </a:solidFill>
              </a:rPr>
              <a:t>Linka</a:t>
            </a:r>
            <a:r>
              <a:rPr lang="es-ES" dirty="0">
                <a:solidFill>
                  <a:schemeClr val="bg1"/>
                </a:solidFill>
              </a:rPr>
              <a:t> Firmware: Firmware de </a:t>
            </a:r>
            <a:r>
              <a:rPr lang="es-ES" dirty="0" err="1">
                <a:solidFill>
                  <a:schemeClr val="bg1"/>
                </a:solidFill>
              </a:rPr>
              <a:t>arduino</a:t>
            </a:r>
            <a:endParaRPr lang="es-ES" dirty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chemeClr val="bg1"/>
                </a:solidFill>
              </a:rPr>
              <a:t>LinkaBot</a:t>
            </a:r>
            <a:r>
              <a:rPr lang="es-ES" dirty="0">
                <a:solidFill>
                  <a:schemeClr val="bg1"/>
                </a:solidFill>
              </a:rPr>
              <a:t>: el </a:t>
            </a:r>
            <a:r>
              <a:rPr lang="es-ES" dirty="0" err="1">
                <a:solidFill>
                  <a:schemeClr val="bg1"/>
                </a:solidFill>
              </a:rPr>
              <a:t>bot</a:t>
            </a:r>
            <a:r>
              <a:rPr lang="es-ES" dirty="0">
                <a:solidFill>
                  <a:schemeClr val="bg1"/>
                </a:solidFill>
              </a:rPr>
              <a:t> de </a:t>
            </a:r>
            <a:r>
              <a:rPr lang="es-ES" dirty="0" err="1">
                <a:solidFill>
                  <a:schemeClr val="bg1"/>
                </a:solidFill>
              </a:rPr>
              <a:t>twitter</a:t>
            </a:r>
            <a:r>
              <a:rPr lang="es-ES" dirty="0">
                <a:solidFill>
                  <a:schemeClr val="bg1"/>
                </a:solidFill>
              </a:rPr>
              <a:t> que postea cada 2 horas @KoaNdeAire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chemeClr val="bg1"/>
                </a:solidFill>
              </a:rPr>
              <a:t>AQmap</a:t>
            </a:r>
            <a:r>
              <a:rPr lang="es-ES" dirty="0">
                <a:solidFill>
                  <a:schemeClr val="bg1"/>
                </a:solidFill>
              </a:rPr>
              <a:t>: Mapa web en </a:t>
            </a:r>
            <a:r>
              <a:rPr lang="es-ES" dirty="0" err="1">
                <a:solidFill>
                  <a:schemeClr val="bg1"/>
                </a:solidFill>
              </a:rPr>
              <a:t>Go</a:t>
            </a:r>
            <a:endParaRPr lang="es-ES" dirty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App Android Disponible en la -&gt; </a:t>
            </a:r>
            <a:r>
              <a:rPr lang="es-ES" dirty="0" err="1">
                <a:solidFill>
                  <a:schemeClr val="bg1"/>
                </a:solidFill>
              </a:rPr>
              <a:t>PlayStore</a:t>
            </a:r>
            <a:endParaRPr lang="es-PY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439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407EC5-C0AB-4F0C-BCD1-C53AF39E5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66478"/>
          </a:xfrm>
        </p:spPr>
        <p:txBody>
          <a:bodyPr>
            <a:normAutofit fontScale="90000"/>
          </a:bodyPr>
          <a:lstStyle/>
          <a:p>
            <a:r>
              <a:rPr lang="es-MX" sz="4000" dirty="0" err="1">
                <a:solidFill>
                  <a:schemeClr val="bg1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AireLibre</a:t>
            </a:r>
            <a:endParaRPr lang="es-PY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022027-50A7-498B-9CB9-979FE5E5E7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6244" y="2533261"/>
            <a:ext cx="9713168" cy="1791478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chemeClr val="bg1"/>
                </a:solidFill>
                <a:latin typeface="Inter"/>
              </a:rPr>
              <a:t>Endpoind</a:t>
            </a:r>
            <a:r>
              <a:rPr lang="es-ES" dirty="0">
                <a:solidFill>
                  <a:schemeClr val="bg1"/>
                </a:solidFill>
                <a:latin typeface="Inter"/>
              </a:rPr>
              <a:t> del REST API:  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Inter"/>
                <a:hlinkClick r:id="rId3"/>
              </a:rPr>
              <a:t>https://rald-dev.greenbeep.com</a:t>
            </a:r>
            <a:endParaRPr lang="en-US" sz="2400" b="0" i="0" dirty="0">
              <a:solidFill>
                <a:schemeClr val="bg1"/>
              </a:solidFill>
              <a:effectLst/>
              <a:latin typeface="Inter"/>
            </a:endParaRPr>
          </a:p>
          <a:p>
            <a:pPr algn="l"/>
            <a:r>
              <a:rPr lang="es-ES" sz="2900" b="1" dirty="0">
                <a:solidFill>
                  <a:schemeClr val="bg1"/>
                </a:solidFill>
              </a:rPr>
              <a:t> 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</a:rPr>
              <a:t>Documentación:  </a:t>
            </a:r>
            <a:r>
              <a:rPr lang="es-ES" dirty="0">
                <a:solidFill>
                  <a:schemeClr val="bg1"/>
                </a:solidFill>
                <a:hlinkClick r:id="rId4"/>
              </a:rPr>
              <a:t>https://rald-dev.greenbeep.com/docs</a:t>
            </a:r>
            <a:endParaRPr lang="es-ES" dirty="0">
              <a:solidFill>
                <a:schemeClr val="bg1"/>
              </a:solidFill>
            </a:endParaRPr>
          </a:p>
          <a:p>
            <a:pPr algn="l"/>
            <a:endParaRPr lang="es-PY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436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407EC5-C0AB-4F0C-BCD1-C53AF39E57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¿</a:t>
            </a:r>
            <a:r>
              <a:rPr lang="en-US" dirty="0" err="1">
                <a:solidFill>
                  <a:schemeClr val="bg1"/>
                </a:solidFill>
              </a:rPr>
              <a:t>Preguntas</a:t>
            </a:r>
            <a:r>
              <a:rPr lang="en-US" dirty="0">
                <a:solidFill>
                  <a:schemeClr val="bg1"/>
                </a:solidFill>
              </a:rPr>
              <a:t>?</a:t>
            </a:r>
            <a:endParaRPr lang="es-PY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6558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407EC5-C0AB-4F0C-BCD1-C53AF39E57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6000" dirty="0">
                <a:solidFill>
                  <a:schemeClr val="bg1"/>
                </a:solidFill>
              </a:rPr>
              <a:t>¡</a:t>
            </a:r>
            <a:r>
              <a:rPr lang="en-US" sz="6000" dirty="0" err="1">
                <a:solidFill>
                  <a:schemeClr val="bg1"/>
                </a:solidFill>
              </a:rPr>
              <a:t>Muchas</a:t>
            </a:r>
            <a:r>
              <a:rPr lang="en-US" sz="6000" dirty="0">
                <a:solidFill>
                  <a:schemeClr val="bg1"/>
                </a:solidFill>
              </a:rPr>
              <a:t> gracias!</a:t>
            </a:r>
            <a:endParaRPr lang="en-US" sz="6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267646-37F2-77B1-5090-3EB21A357B53}"/>
              </a:ext>
            </a:extLst>
          </p:cNvPr>
          <p:cNvSpPr txBox="1"/>
          <p:nvPr/>
        </p:nvSpPr>
        <p:spPr>
          <a:xfrm>
            <a:off x="7935685" y="4947557"/>
            <a:ext cx="370658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dirty="0">
                <a:solidFill>
                  <a:schemeClr val="bg1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Rubén Díaz </a:t>
            </a:r>
          </a:p>
          <a:p>
            <a:r>
              <a:rPr lang="es-MX" sz="2400" dirty="0">
                <a:solidFill>
                  <a:schemeClr val="bg1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  <a:hlinkClick r:id="rId3"/>
              </a:rPr>
              <a:t>ruben.diaz@t.ucom.edu.py</a:t>
            </a:r>
            <a:endParaRPr lang="es-MX" sz="2400" dirty="0">
              <a:solidFill>
                <a:schemeClr val="bg1"/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r>
              <a:rPr lang="es-MX" sz="2400" dirty="0">
                <a:solidFill>
                  <a:schemeClr val="bg1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endParaRPr lang="es-PY" sz="2400" dirty="0">
              <a:solidFill>
                <a:schemeClr val="bg1"/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3443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5077</TotalTime>
  <Words>244</Words>
  <Application>Microsoft Office PowerPoint</Application>
  <PresentationFormat>Panorámica</PresentationFormat>
  <Paragraphs>33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Inter</vt:lpstr>
      <vt:lpstr>Tema de Office</vt:lpstr>
      <vt:lpstr>Programación Unix-Linux (I)</vt:lpstr>
      <vt:lpstr>Proyecto: Monitoreo de Calidad de Aire con tecnologías IoT  </vt:lpstr>
      <vt:lpstr>AireLibre</vt:lpstr>
      <vt:lpstr>AireLibre</vt:lpstr>
      <vt:lpstr>AireLibre</vt:lpstr>
      <vt:lpstr>¿Preguntas?</vt:lpstr>
      <vt:lpstr>¡Muchas 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</dc:title>
  <dc:creator>PC Nueva</dc:creator>
  <cp:lastModifiedBy>Julio Manuel Valverde Giménez</cp:lastModifiedBy>
  <cp:revision>19</cp:revision>
  <dcterms:created xsi:type="dcterms:W3CDTF">2022-02-01T14:18:33Z</dcterms:created>
  <dcterms:modified xsi:type="dcterms:W3CDTF">2026-06-15T04:01:11Z</dcterms:modified>
</cp:coreProperties>
</file>