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37160" cy="2926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828800"/>
            <a:ext cx="9875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38BDF8"/>
                </a:solidFill>
                <a:latin typeface="Trebuchet MS"/>
              </a:defRPr>
            </a:pPr>
            <a:r>
              <a:t>Sesión 09: Introducción a Data Science at the Command Line</a:t>
            </a:r>
          </a:p>
          <a:p>
            <a:pPr>
              <a:defRPr sz="2200">
                <a:solidFill>
                  <a:srgbClr val="94A3B8"/>
                </a:solidFill>
                <a:latin typeface="Calibri"/>
              </a:defRPr>
            </a:pPr>
            <a:r>
              <a:t>Fundamentos y entorno inicial de trabajo</a:t>
            </a:r>
          </a:p>
          <a:p>
            <a:br/>
            <a:pPr>
              <a:defRPr sz="1600">
                <a:solidFill>
                  <a:srgbClr val="34D399"/>
                </a:solidFill>
                <a:latin typeface="Calibri"/>
              </a:defRPr>
            </a:pPr>
            <a:r>
              <a:t>Curso: Programación Unix / Linux 1 — UCOM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Temas Principales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Data Science at the CLI: </a:t>
            </a:r>
            <a:r>
              <a:rPr sz="1600" b="0">
                <a:solidFill>
                  <a:srgbClr val="F8FAFC"/>
                </a:solidFill>
                <a:latin typeface="Calibri"/>
              </a:rPr>
              <a:t>Capítulos 1, 2 y 3 del libro de Jeroen Janssens.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Git Básico: </a:t>
            </a:r>
            <a:r>
              <a:rPr sz="1600" b="0">
                <a:solidFill>
                  <a:srgbClr val="F8FAFC"/>
                </a:solidFill>
                <a:latin typeface="Calibri"/>
              </a:rPr>
              <a:t>Control de versiones inicial para proyectos de datos.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