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BFA5"/>
                </a:solidFill>
                <a:latin typeface="Segoe UI"/>
              </a:defRPr>
            </a:pPr>
            <a:r>
              <a:t>Scripts y Automatización</a:t>
            </a:r>
          </a:p>
          <a:p>
            <a:pPr algn="l">
              <a:spcBef>
                <a:spcPts val="2000"/>
              </a:spcBef>
              <a:defRPr sz="2400">
                <a:solidFill>
                  <a:srgbClr val="FFFFFF"/>
                </a:solidFill>
                <a:latin typeface="Segoe UI"/>
              </a:defRPr>
            </a:pPr>
            <a:r>
              <a:t>Sesión 06 - Programación Unix/Linux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Introducción a los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¿Qué es un Script?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Archivo de texto plano que contiene comandos secuenciales.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Es interpretado y ejecutado línea por línea por un shell.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Importancia de los scripts: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Permiten automatizar flujos de trabajo tediosos y repetitivos.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Agrupan múltiples utilidades en un solo ejecutable portable.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Facilitan la administración del sistema sin interactividad constante.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Ventajas del Scripting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Ahorro de Tiempo y Esfuerzo: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Ejecución de tareas complejas en segundos con un solo comando.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Consistencia y Reproducibilidad: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Elimina el error humano en la escritura de parámetros largos.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El script se ejecuta de forma idéntica en cualquier servidor compatible.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Mantenimiento Sencillo: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Cambios centralizados: se modifica el script en lugar de re-entrenar personal.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Control de versiones aplicable al ser texto plano.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Intérpretes Comunes (Shells)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Bash (Bourne Again Shell):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El shell más popular y por defecto en Linux y macOS modernos.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Cuenta con amplias capacidades sintácticas e integraciones.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Sh (Bourne Shell):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El ancestro de Bash, estándar de la industria UNIX original.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Ofrece máxima portabilidad pero características sintácticas más simples.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Csh (C Shell):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Sintaxis diseñada para asemejarse al lenguaje de programación C.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Otros lenguajes de Scripting: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Python, Perl y Ruby para automatización avanzada y manejo de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Sintaxis Básica y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El Shebang (#!):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Indica al kernel de Linux qué intérprete debe usar para el archivo.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Siempre se ubica en la línea 1 del archivo.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Declaración de Variables: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Sintaxis: nombre_variable=valor (sin espacios alrededor del '=').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Uso posterior: precedido por el signo '$' (ej. $nombre_variable).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1252B"/>
          </a:solidFill>
          <a:ln w="12700">
            <a:solidFill>
              <a:srgbClr val="3C4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#!/bin/bash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Declarar variables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nombre="Rubuntu"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version=1.0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Usar variables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echo "Bienvenido a $nombre"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echo "Versión del sistema: $version"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Asignar comando a variable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fecha=$(date +"%Y-%m-%d")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echo "Fecha actual: $fecha"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Estructuras de Control: Bucles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Bucle for: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Útil cuando se conoce de antemano el conjunto de elementos a iterar.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Puede recorrer listas de strings, rangos numéricos o archivos.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Bucle while: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Ejecuta código continuamente mientras una condición sea verdadera.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Comúnmente utilizado con contadores o lectores de flujos.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1252B"/>
          </a:solidFill>
          <a:ln w="12700">
            <a:solidFill>
              <a:srgbClr val="3C4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Bucle for simple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for i in 1 2 3 4 5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do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echo "Número iterado: $i"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done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Bucle while con contador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contador=0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while [ $contador -lt 3 ]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do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echo "El contador es: $contador"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contador=$((contador+1))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done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Estructuras de Control: Condicionales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Condicional if-then-else: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Toma decisiones lógicas utilizando expresiones de evaluación.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Estructura: if [ condicion ]; then ... else ... fi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Condicional case: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Alternativa limpia a múltiples bloques if/else anidados.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Compara una variable con patrones usando comodines.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1252B"/>
          </a:solidFill>
          <a:ln w="12700">
            <a:solidFill>
              <a:srgbClr val="3C4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Condicional if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edad=18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if [ $edad -ge 18 ]; then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echo "Acceso concedido"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else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echo "Acceso denegado"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fi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Condicional case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opcion="B"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case $opcion in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A) echo "Procesando A..." ;;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B) echo "Procesando B..." ;;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*) echo "Opción incorrecta" ;;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esac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Automatización en la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Casos de Uso del Mundo Real: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Copias de seguridad periódicas comprimidas.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Descargas y parseos automatizados (ej: CSVs de sanidad).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Limpieza programada de directorios temporales.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Generación de informes del estado de memoria y CPU.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Despliegue automático de servicios web.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1252B"/>
          </a:solidFill>
          <a:ln w="12700">
            <a:solidFill>
              <a:srgbClr val="3C4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#!/bin/bash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Automatización de Copia de Seguridad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directorios=("/var/www/html" "/home/db_dumps")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destino="/mnt/backup/"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fecha=$(date +"%Y%m%d%H")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# Crear el respaldo comprimido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tar -czvf "$destino/backup_$fecha.tar.gz" \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    "${directorios[@]}"</a:t>
            </a: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98C379"/>
                </a:solidFill>
                <a:latin typeface="Consolas"/>
              </a:defRPr>
            </a:pPr>
            <a:r>
              <a:t>echo "Copia completada el $fecha"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BFA5"/>
                </a:solidFill>
                <a:latin typeface="Segoe UI"/>
              </a:defRPr>
            </a:pPr>
            <a:r>
              <a:t>Mejores Prácticas de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Seguridad Primero: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Nunca guardar credenciales explícitas; usar variables de entorno.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Modularidad y Legibilidad: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Utilizar funciones para encapsular lógica compleja.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Escribir comentarios claros explicando el 'por qué', no el 'cómo'.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Manejo de Errores: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Validar si los comandos críticos existen y los archivos son legibles.</a:t>
            </a:r>
          </a:p>
          <a:p>
            <a:pPr lvl="1">
              <a:spcBef>
                <a:spcPts val="800"/>
              </a:spcBef>
              <a:defRPr sz="1800">
                <a:solidFill>
                  <a:srgbClr val="AAB9C8"/>
                </a:solidFill>
                <a:latin typeface="Segoe UI"/>
              </a:defRPr>
            </a:pPr>
            <a:r>
              <a:t>• Redirigir salidas de error (stderr) a archivos de log adecuados.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