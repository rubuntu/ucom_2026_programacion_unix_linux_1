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37160" cy="2926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828800"/>
            <a:ext cx="9875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38BDF8"/>
                </a:solidFill>
                <a:latin typeface="Trebuchet MS"/>
              </a:defRPr>
            </a:pPr>
            <a:r>
              <a:t>Sesión 08: Utilitarios y Comandos Avanzados CLI</a:t>
            </a:r>
          </a:p>
          <a:p>
            <a:pPr>
              <a:defRPr sz="2200">
                <a:solidFill>
                  <a:srgbClr val="94A3B8"/>
                </a:solidFill>
                <a:latin typeface="Calibri"/>
              </a:defRPr>
            </a:pPr>
            <a:r>
              <a:t>50 razones para amar la línea de comandos</a:t>
            </a:r>
          </a:p>
          <a:p>
            <a:br/>
            <a:pPr>
              <a:defRPr sz="1600">
                <a:solidFill>
                  <a:srgbClr val="34D399"/>
                </a:solidFill>
                <a:latin typeface="Calibri"/>
              </a:defRPr>
            </a:pPr>
            <a:r>
              <a:t>Curso: Programación Unix / Linux 1 — UCOM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Trebuchet MS"/>
              </a:defRPr>
            </a:pPr>
            <a:r>
              <a:t>Temas Principales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Filosofía y Ventajas de CLI: </a:t>
            </a:r>
            <a:r>
              <a:rPr sz="1600" b="0">
                <a:solidFill>
                  <a:srgbClr val="F8FAFC"/>
                </a:solidFill>
                <a:latin typeface="Calibri"/>
              </a:rPr>
              <a:t>Velocidad, automatización, control fino.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Herramientas de Texto Avanzadas: </a:t>
            </a:r>
            <a:r>
              <a:rPr sz="1600" b="0">
                <a:solidFill>
                  <a:srgbClr val="F8FAFC"/>
                </a:solidFill>
                <a:latin typeface="Calibri"/>
              </a:rPr>
              <a:t>Procesamiento rápido de grandes archivos.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