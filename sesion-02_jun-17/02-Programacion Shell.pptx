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5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</p:sldIdLst>
  <p:sldSz cy="6858000" cx="12192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10" roundtripDataSignature="AMtx7mj65winBZSwgXWeuq6TgirFlYlmy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10" Type="http://customschemas.google.com/relationships/presentationmetadata" Target="metadata"/><Relationship Id="rId9" Type="http://schemas.openxmlformats.org/officeDocument/2006/relationships/slide" Target="slides/slide5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" name="Google Shape;89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" name="Google Shape;95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1" name="Google Shape;101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" name="Google Shape;106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iapositiva de título" type="title">
  <p:cSld name="TITLE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7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7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14" name="Google Shape;14;p7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" name="Google Shape;15;p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" name="Google Shape;16;p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y objetos" type="obj">
  <p:cSld name="OBJECT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8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8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0" name="Google Shape;20;p8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8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ncabezado de sección" type="secHead">
  <p:cSld name="SECTION_HEADER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9"/>
          <p:cNvSpPr txBox="1"/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9"/>
          <p:cNvSpPr txBox="1"/>
          <p:nvPr>
            <p:ph idx="1" type="body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6" name="Google Shape;26;p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" name="Google Shape;28;p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os objetos" type="twoObj">
  <p:cSld name="TWO_OBJECTS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10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10"/>
          <p:cNvSpPr txBox="1"/>
          <p:nvPr>
            <p:ph idx="1" type="body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2" name="Google Shape;32;p10"/>
          <p:cNvSpPr txBox="1"/>
          <p:nvPr>
            <p:ph idx="2" type="body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3" name="Google Shape;33;p10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1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1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ación" type="twoTxTwoObj">
  <p:cSld name="TWO_OBJECTS_WITH_TEX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11"/>
          <p:cNvSpPr txBox="1"/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11"/>
          <p:cNvSpPr txBox="1"/>
          <p:nvPr>
            <p:ph idx="1" type="body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39" name="Google Shape;39;p11"/>
          <p:cNvSpPr txBox="1"/>
          <p:nvPr>
            <p:ph idx="2" type="body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0" name="Google Shape;40;p11"/>
          <p:cNvSpPr txBox="1"/>
          <p:nvPr>
            <p:ph idx="3" type="body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1" name="Google Shape;41;p11"/>
          <p:cNvSpPr txBox="1"/>
          <p:nvPr>
            <p:ph idx="4" type="body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2" name="Google Shape;42;p1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1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" name="Google Shape;44;p1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olo el título" type="titleOnly">
  <p:cSld name="TITLE_ONLY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12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1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1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n blanco" type="blank">
  <p:cSld name="BLANK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1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1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ido con título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4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14"/>
          <p:cNvSpPr txBox="1"/>
          <p:nvPr>
            <p:ph idx="1" type="body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indent="-3810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indent="-355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14"/>
          <p:cNvSpPr txBox="1"/>
          <p:nvPr>
            <p:ph idx="2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58" name="Google Shape;58;p1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1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1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n con título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5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5"/>
          <p:cNvSpPr/>
          <p:nvPr>
            <p:ph idx="2" type="pic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5"/>
          <p:cNvSpPr txBox="1"/>
          <p:nvPr>
            <p:ph idx="1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5" name="Google Shape;65;p1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y texto vertical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6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6"/>
          <p:cNvSpPr txBox="1"/>
          <p:nvPr>
            <p:ph idx="1" type="body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vertical y texto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7"/>
          <p:cNvSpPr txBox="1"/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7"/>
          <p:cNvSpPr txBox="1"/>
          <p:nvPr>
            <p:ph idx="1" type="body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7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6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6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jpg"/><Relationship Id="rId4" Type="http://schemas.openxmlformats.org/officeDocument/2006/relationships/hyperlink" Target="mailto:ruben.diaz@ucom.edu.py" TargetMode="External"/><Relationship Id="rId5" Type="http://schemas.openxmlformats.org/officeDocument/2006/relationships/image" Target="../media/image3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jpg"/><Relationship Id="rId4" Type="http://schemas.openxmlformats.org/officeDocument/2006/relationships/hyperlink" Target="http://www.catb.org/~esr/writings/taoup/html/" TargetMode="External"/><Relationship Id="rId5" Type="http://schemas.openxmlformats.org/officeDocument/2006/relationships/hyperlink" Target="https://datascienceatthecommandline.com/2e/" TargetMode="External"/><Relationship Id="rId6" Type="http://schemas.openxmlformats.org/officeDocument/2006/relationships/hyperlink" Target="https://www.gnu.org/savannah-checkouts/gnu/bash/manual/bash.html" TargetMode="Externa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jpg"/><Relationship Id="rId4" Type="http://schemas.openxmlformats.org/officeDocument/2006/relationships/hyperlink" Target="https://datascienceatthecommandline.com/2e/" TargetMode="External"/><Relationship Id="rId5" Type="http://schemas.openxmlformats.org/officeDocument/2006/relationships/hyperlink" Target="https://github.com/jeroenjanssens" TargetMode="External"/><Relationship Id="rId6" Type="http://schemas.openxmlformats.org/officeDocument/2006/relationships/hyperlink" Target="https://github.com/jeroenjanssens/data-science-at-the-command-line" TargetMode="External"/><Relationship Id="rId7" Type="http://schemas.openxmlformats.org/officeDocument/2006/relationships/hyperlink" Target="https://github.com/jeroenjanssens/dsutils" TargetMode="Externa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4.jp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4.jpg"/><Relationship Id="rId4" Type="http://schemas.openxmlformats.org/officeDocument/2006/relationships/hyperlink" Target="mailto:ruben.diaz@ucom.edu.py" TargetMode="Externa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"/>
          <p:cNvSpPr txBox="1"/>
          <p:nvPr>
            <p:ph type="ctrTitle"/>
          </p:nvPr>
        </p:nvSpPr>
        <p:spPr>
          <a:xfrm>
            <a:off x="1524000" y="1383620"/>
            <a:ext cx="9144000" cy="112631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Calibri"/>
              <a:buNone/>
            </a:pPr>
            <a:r>
              <a:rPr b="1" lang="es-ES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Programación Unix-Linux (I)</a:t>
            </a:r>
            <a:endParaRPr b="1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" name="Google Shape;85;p1"/>
          <p:cNvSpPr txBox="1"/>
          <p:nvPr>
            <p:ph idx="1" type="subTitle"/>
          </p:nvPr>
        </p:nvSpPr>
        <p:spPr>
          <a:xfrm>
            <a:off x="1524000" y="2925568"/>
            <a:ext cx="9144000" cy="5034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None/>
            </a:pPr>
            <a:r>
              <a:rPr lang="es-ES" sz="5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Programacion Shell</a:t>
            </a:r>
            <a:endParaRPr/>
          </a:p>
          <a:p>
            <a:pPr indent="0" lvl="0" marL="0" rt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t/>
            </a:r>
            <a:endParaRPr sz="32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3200"/>
              <a:buNone/>
            </a:pPr>
            <a:r>
              <a:rPr lang="es-ES" sz="3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Profesor: Rubén Díaz </a:t>
            </a:r>
            <a:endParaRPr/>
          </a:p>
          <a:p>
            <a:pPr indent="0" lvl="0" marL="0" rt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3200"/>
              <a:buNone/>
            </a:pPr>
            <a:r>
              <a:rPr lang="es-ES" sz="3200" u="sng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ruben.diaz@t.ucom.edu.py</a:t>
            </a:r>
            <a:endParaRPr sz="32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3200"/>
              <a:buNone/>
            </a:pPr>
            <a:r>
              <a:rPr lang="es-ES" sz="3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Junio de 202</a:t>
            </a:r>
            <a:r>
              <a:rPr lang="es-ES" sz="3200">
                <a:solidFill>
                  <a:schemeClr val="lt1"/>
                </a:solidFill>
              </a:rPr>
              <a:t>6</a:t>
            </a:r>
            <a:endParaRPr sz="32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86" name="Google Shape;86;p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22822" y="631738"/>
            <a:ext cx="1997408" cy="44128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2"/>
          <p:cNvSpPr txBox="1"/>
          <p:nvPr>
            <p:ph type="ctrTitle"/>
          </p:nvPr>
        </p:nvSpPr>
        <p:spPr>
          <a:xfrm>
            <a:off x="1524000" y="1122363"/>
            <a:ext cx="9144000" cy="56647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 fontScale="90000"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100000"/>
              <a:buFont typeface="Calibri"/>
              <a:buNone/>
            </a:pPr>
            <a:r>
              <a:rPr lang="es-ES" sz="40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Programación Shell (Bash)</a:t>
            </a:r>
            <a:endParaRPr/>
          </a:p>
        </p:txBody>
      </p:sp>
      <p:sp>
        <p:nvSpPr>
          <p:cNvPr id="92" name="Google Shape;92;p2"/>
          <p:cNvSpPr txBox="1"/>
          <p:nvPr>
            <p:ph idx="1" type="subTitle"/>
          </p:nvPr>
        </p:nvSpPr>
        <p:spPr>
          <a:xfrm>
            <a:off x="1811488" y="2308974"/>
            <a:ext cx="8569024" cy="331544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ial"/>
              <a:buChar char="•"/>
            </a:pPr>
            <a:r>
              <a:rPr lang="es-ES">
                <a:solidFill>
                  <a:schemeClr val="lt1"/>
                </a:solidFill>
              </a:rPr>
              <a:t>Libro: The Art of Unix Programming</a:t>
            </a:r>
            <a:endParaRPr/>
          </a:p>
          <a:p>
            <a:pPr indent="0" lvl="1" marL="4572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</a:pPr>
            <a:r>
              <a:rPr lang="es-ES" u="sng">
                <a:solidFill>
                  <a:schemeClr val="lt1"/>
                </a:solidFill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http://www.catb.org/~esr/writings/taoup/html/</a:t>
            </a:r>
            <a:endParaRPr>
              <a:solidFill>
                <a:schemeClr val="lt1"/>
              </a:solidFill>
            </a:endParaRPr>
          </a:p>
          <a:p>
            <a:pPr indent="0" lvl="1" marL="4572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t/>
            </a:r>
            <a:endParaRPr>
              <a:solidFill>
                <a:schemeClr val="lt1"/>
              </a:solidFill>
            </a:endParaRPr>
          </a:p>
          <a:p>
            <a:pPr indent="-342900" lvl="0" marL="3429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ial"/>
              <a:buChar char="•"/>
            </a:pPr>
            <a:r>
              <a:rPr lang="es-ES">
                <a:solidFill>
                  <a:schemeClr val="lt1"/>
                </a:solidFill>
              </a:rPr>
              <a:t>Libro: Data Science at the Command Line</a:t>
            </a:r>
            <a:endParaRPr/>
          </a:p>
          <a:p>
            <a:pPr indent="0" lvl="1" marL="4572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</a:pPr>
            <a:r>
              <a:rPr lang="es-ES" u="sng">
                <a:solidFill>
                  <a:schemeClr val="lt1"/>
                </a:solidFill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https://datascienceatthecommandline.com/2e/</a:t>
            </a:r>
            <a:endParaRPr>
              <a:solidFill>
                <a:schemeClr val="lt1"/>
              </a:solidFill>
            </a:endParaRPr>
          </a:p>
          <a:p>
            <a:pPr indent="-190500" lvl="0" marL="3429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t/>
            </a:r>
            <a:endParaRPr>
              <a:solidFill>
                <a:schemeClr val="lt1"/>
              </a:solidFill>
            </a:endParaRPr>
          </a:p>
          <a:p>
            <a:pPr indent="-342900" lvl="0" marL="3429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ial"/>
              <a:buChar char="•"/>
            </a:pPr>
            <a:r>
              <a:rPr lang="es-ES">
                <a:solidFill>
                  <a:schemeClr val="lt1"/>
                </a:solidFill>
              </a:rPr>
              <a:t>Referencia de Bash </a:t>
            </a:r>
            <a:endParaRPr/>
          </a:p>
          <a:p>
            <a:pPr indent="0" lvl="1" marL="4572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</a:pPr>
            <a:r>
              <a:rPr lang="es-ES" u="sng">
                <a:solidFill>
                  <a:schemeClr val="lt1"/>
                </a:solidFill>
                <a:hlinkClick r:id="rId6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https://www.gnu.org/savannah-checkouts/gnu/bash/manual/bash.html</a:t>
            </a:r>
            <a:endParaRPr>
              <a:solidFill>
                <a:schemeClr val="lt1"/>
              </a:solidFill>
            </a:endParaRPr>
          </a:p>
          <a:p>
            <a:pPr indent="0" lvl="1" marL="4572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t/>
            </a:r>
            <a:endParaRPr>
              <a:solidFill>
                <a:schemeClr val="lt1"/>
              </a:solidFill>
            </a:endParaRPr>
          </a:p>
          <a:p>
            <a:pPr indent="0" lvl="1" marL="4572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t/>
            </a:r>
            <a:endParaRPr>
              <a:solidFill>
                <a:schemeClr val="lt1"/>
              </a:solidFill>
            </a:endParaRPr>
          </a:p>
          <a:p>
            <a:pPr indent="-190500" lvl="0" marL="3429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t/>
            </a:r>
            <a:endParaRPr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3"/>
          <p:cNvSpPr txBox="1"/>
          <p:nvPr>
            <p:ph type="ctrTitle"/>
          </p:nvPr>
        </p:nvSpPr>
        <p:spPr>
          <a:xfrm>
            <a:off x="1524000" y="1122363"/>
            <a:ext cx="9144000" cy="56647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 fontScale="90000"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100000"/>
              <a:buFont typeface="Calibri"/>
              <a:buNone/>
            </a:pPr>
            <a:r>
              <a:rPr lang="es-ES" sz="40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Programación Shell (Bash)</a:t>
            </a:r>
            <a:endParaRPr/>
          </a:p>
        </p:txBody>
      </p:sp>
      <p:sp>
        <p:nvSpPr>
          <p:cNvPr id="98" name="Google Shape;98;p3"/>
          <p:cNvSpPr txBox="1"/>
          <p:nvPr>
            <p:ph idx="1" type="subTitle"/>
          </p:nvPr>
        </p:nvSpPr>
        <p:spPr>
          <a:xfrm>
            <a:off x="1811488" y="2308974"/>
            <a:ext cx="9325214" cy="331544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1" marL="4572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t/>
            </a:r>
            <a:endParaRPr>
              <a:solidFill>
                <a:schemeClr val="lt1"/>
              </a:solidFill>
            </a:endParaRPr>
          </a:p>
          <a:p>
            <a:pPr indent="-342900" lvl="0" marL="3429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ial"/>
              <a:buChar char="•"/>
            </a:pPr>
            <a:r>
              <a:rPr lang="es-ES">
                <a:solidFill>
                  <a:schemeClr val="lt1"/>
                </a:solidFill>
              </a:rPr>
              <a:t>Libro: Data Science at the Command Line</a:t>
            </a:r>
            <a:endParaRPr/>
          </a:p>
          <a:p>
            <a:pPr indent="0" lvl="1" marL="4572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</a:pPr>
            <a:r>
              <a:rPr lang="es-ES" u="sng">
                <a:solidFill>
                  <a:schemeClr val="lt1"/>
                </a:solidFill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https://datascienceatthecommandline.com/2e/</a:t>
            </a:r>
            <a:endParaRPr>
              <a:solidFill>
                <a:schemeClr val="lt1"/>
              </a:solidFill>
            </a:endParaRPr>
          </a:p>
          <a:p>
            <a:pPr indent="-190500" lvl="0" marL="3429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t/>
            </a:r>
            <a:endParaRPr>
              <a:solidFill>
                <a:schemeClr val="lt1"/>
              </a:solidFill>
            </a:endParaRPr>
          </a:p>
          <a:p>
            <a:pPr indent="0" lvl="1" marL="4572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</a:pPr>
            <a:r>
              <a:rPr lang="es-ES">
                <a:solidFill>
                  <a:schemeClr val="lt1"/>
                </a:solidFill>
              </a:rPr>
              <a:t>Github:</a:t>
            </a:r>
            <a:endParaRPr/>
          </a:p>
          <a:p>
            <a:pPr indent="0" lvl="1" marL="4572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</a:pPr>
            <a:r>
              <a:rPr lang="es-ES">
                <a:solidFill>
                  <a:schemeClr val="lt1"/>
                </a:solidFill>
              </a:rPr>
              <a:t>autor:   </a:t>
            </a:r>
            <a:r>
              <a:rPr lang="es-ES" u="sng">
                <a:solidFill>
                  <a:schemeClr val="lt1"/>
                </a:solidFill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https://github.com/jeroenjanssens</a:t>
            </a:r>
            <a:endParaRPr>
              <a:solidFill>
                <a:schemeClr val="lt1"/>
              </a:solidFill>
            </a:endParaRPr>
          </a:p>
          <a:p>
            <a:pPr indent="0" lvl="1" marL="4572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</a:pPr>
            <a:r>
              <a:rPr lang="es-ES">
                <a:solidFill>
                  <a:schemeClr val="lt1"/>
                </a:solidFill>
              </a:rPr>
              <a:t>libro:     </a:t>
            </a:r>
            <a:r>
              <a:rPr lang="es-ES" u="sng">
                <a:solidFill>
                  <a:schemeClr val="lt1"/>
                </a:solidFill>
                <a:hlinkClick r:id="rId6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https://github.com/jeroenjanssens/data-science-at-the-command-line</a:t>
            </a:r>
            <a:endParaRPr>
              <a:solidFill>
                <a:schemeClr val="lt1"/>
              </a:solidFill>
            </a:endParaRPr>
          </a:p>
          <a:p>
            <a:pPr indent="0" lvl="1" marL="4572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</a:pPr>
            <a:r>
              <a:rPr lang="es-ES">
                <a:solidFill>
                  <a:schemeClr val="lt1"/>
                </a:solidFill>
              </a:rPr>
              <a:t>utilitarios: </a:t>
            </a:r>
            <a:r>
              <a:rPr lang="es-ES" u="sng">
                <a:solidFill>
                  <a:schemeClr val="lt1"/>
                </a:solidFill>
                <a:hlinkClick r:id="rId7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https://github.com/jeroenjanssens/dsutils</a:t>
            </a:r>
            <a:endParaRPr>
              <a:solidFill>
                <a:schemeClr val="lt1"/>
              </a:solidFill>
            </a:endParaRPr>
          </a:p>
          <a:p>
            <a:pPr indent="0" lvl="1" marL="4572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t/>
            </a:r>
            <a:endParaRPr>
              <a:solidFill>
                <a:schemeClr val="lt1"/>
              </a:solidFill>
            </a:endParaRPr>
          </a:p>
          <a:p>
            <a:pPr indent="0" lvl="1" marL="4572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t/>
            </a:r>
            <a:endParaRPr>
              <a:solidFill>
                <a:schemeClr val="lt1"/>
              </a:solidFill>
            </a:endParaRPr>
          </a:p>
          <a:p>
            <a:pPr indent="0" lvl="1" marL="4572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t/>
            </a:r>
            <a:endParaRPr>
              <a:solidFill>
                <a:schemeClr val="lt1"/>
              </a:solidFill>
            </a:endParaRPr>
          </a:p>
          <a:p>
            <a:pPr indent="-190500" lvl="0" marL="3429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t/>
            </a:r>
            <a:endParaRPr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4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Calibri"/>
              <a:buNone/>
            </a:pPr>
            <a:r>
              <a:rPr lang="es-ES">
                <a:solidFill>
                  <a:schemeClr val="lt1"/>
                </a:solidFill>
              </a:rPr>
              <a:t>¿Preguntas?</a:t>
            </a:r>
            <a:endParaRPr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5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Calibri"/>
              <a:buNone/>
            </a:pPr>
            <a:r>
              <a:rPr lang="es-ES" sz="6000">
                <a:solidFill>
                  <a:schemeClr val="lt1"/>
                </a:solidFill>
              </a:rPr>
              <a:t>¡Muchas gracias!</a:t>
            </a:r>
            <a:endParaRPr sz="6000"/>
          </a:p>
        </p:txBody>
      </p:sp>
      <p:sp>
        <p:nvSpPr>
          <p:cNvPr id="109" name="Google Shape;109;p5"/>
          <p:cNvSpPr txBox="1"/>
          <p:nvPr/>
        </p:nvSpPr>
        <p:spPr>
          <a:xfrm>
            <a:off x="7935685" y="4947557"/>
            <a:ext cx="3706500" cy="95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ES" sz="3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Rubén Díaz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400" u="sng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ruben.diaz@t.ucom.edu.py</a:t>
            </a:r>
            <a:endParaRPr sz="2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Tema de Offic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2022-02-01T14:18:33Z</dcterms:created>
  <dc:creator>PC Nueva</dc:creator>
</cp:coreProperties>
</file>